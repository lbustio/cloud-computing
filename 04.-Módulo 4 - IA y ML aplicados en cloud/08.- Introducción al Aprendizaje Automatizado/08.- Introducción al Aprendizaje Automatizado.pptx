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56"/>
  </p:notesMasterIdLst>
  <p:sldIdLst>
    <p:sldId id="256" r:id="rId2"/>
    <p:sldId id="272" r:id="rId3"/>
    <p:sldId id="1081" r:id="rId4"/>
    <p:sldId id="1080" r:id="rId5"/>
    <p:sldId id="295" r:id="rId6"/>
    <p:sldId id="296" r:id="rId7"/>
    <p:sldId id="304" r:id="rId8"/>
    <p:sldId id="259" r:id="rId9"/>
    <p:sldId id="260" r:id="rId10"/>
    <p:sldId id="261" r:id="rId11"/>
    <p:sldId id="1077" r:id="rId12"/>
    <p:sldId id="263" r:id="rId13"/>
    <p:sldId id="264" r:id="rId14"/>
    <p:sldId id="265" r:id="rId15"/>
    <p:sldId id="266" r:id="rId16"/>
    <p:sldId id="275" r:id="rId17"/>
    <p:sldId id="287" r:id="rId18"/>
    <p:sldId id="288" r:id="rId19"/>
    <p:sldId id="1070" r:id="rId20"/>
    <p:sldId id="289" r:id="rId21"/>
    <p:sldId id="267" r:id="rId22"/>
    <p:sldId id="277" r:id="rId23"/>
    <p:sldId id="268" r:id="rId24"/>
    <p:sldId id="269" r:id="rId25"/>
    <p:sldId id="270" r:id="rId26"/>
    <p:sldId id="285" r:id="rId27"/>
    <p:sldId id="286" r:id="rId28"/>
    <p:sldId id="284" r:id="rId29"/>
    <p:sldId id="420" r:id="rId30"/>
    <p:sldId id="1071" r:id="rId31"/>
    <p:sldId id="448" r:id="rId32"/>
    <p:sldId id="1072" r:id="rId33"/>
    <p:sldId id="1073" r:id="rId34"/>
    <p:sldId id="454" r:id="rId35"/>
    <p:sldId id="464" r:id="rId36"/>
    <p:sldId id="456" r:id="rId37"/>
    <p:sldId id="463" r:id="rId38"/>
    <p:sldId id="457" r:id="rId39"/>
    <p:sldId id="314" r:id="rId40"/>
    <p:sldId id="1082" r:id="rId41"/>
    <p:sldId id="262" r:id="rId42"/>
    <p:sldId id="356" r:id="rId43"/>
    <p:sldId id="357" r:id="rId44"/>
    <p:sldId id="358" r:id="rId45"/>
    <p:sldId id="274" r:id="rId46"/>
    <p:sldId id="298" r:id="rId47"/>
    <p:sldId id="362" r:id="rId48"/>
    <p:sldId id="1085" r:id="rId49"/>
    <p:sldId id="1084" r:id="rId50"/>
    <p:sldId id="363" r:id="rId51"/>
    <p:sldId id="364" r:id="rId52"/>
    <p:sldId id="1074" r:id="rId53"/>
    <p:sldId id="271" r:id="rId54"/>
    <p:sldId id="1083" r:id="rId5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43152902-54BE-4E41-B5B8-E3647C4645AD}">
          <p14:sldIdLst>
            <p14:sldId id="256"/>
            <p14:sldId id="272"/>
            <p14:sldId id="1081"/>
            <p14:sldId id="1080"/>
          </p14:sldIdLst>
        </p14:section>
        <p14:section name="Introducción" id="{A9BCFEB1-FD7C-8440-9F29-8EB4F35782F0}">
          <p14:sldIdLst>
            <p14:sldId id="295"/>
            <p14:sldId id="296"/>
            <p14:sldId id="304"/>
          </p14:sldIdLst>
        </p14:section>
        <p14:section name="Metodología" id="{02A03439-7463-9B4B-AFDA-278E43B98477}">
          <p14:sldIdLst>
            <p14:sldId id="259"/>
            <p14:sldId id="260"/>
            <p14:sldId id="261"/>
            <p14:sldId id="1077"/>
            <p14:sldId id="263"/>
            <p14:sldId id="264"/>
            <p14:sldId id="265"/>
            <p14:sldId id="266"/>
            <p14:sldId id="275"/>
            <p14:sldId id="287"/>
            <p14:sldId id="288"/>
            <p14:sldId id="1070"/>
            <p14:sldId id="289"/>
            <p14:sldId id="267"/>
            <p14:sldId id="277"/>
            <p14:sldId id="268"/>
            <p14:sldId id="269"/>
            <p14:sldId id="270"/>
            <p14:sldId id="285"/>
            <p14:sldId id="286"/>
            <p14:sldId id="284"/>
          </p14:sldIdLst>
        </p14:section>
        <p14:section name="Aprendizaje no supervisado" id="{F586A0C9-1B21-DA4C-B735-9615E4216DB7}">
          <p14:sldIdLst>
            <p14:sldId id="420"/>
            <p14:sldId id="1071"/>
            <p14:sldId id="448"/>
            <p14:sldId id="1072"/>
          </p14:sldIdLst>
        </p14:section>
        <p14:section name="KMeans" id="{24BBA356-67C6-4D2D-B914-CD48C43BECDF}">
          <p14:sldIdLst>
            <p14:sldId id="1073"/>
            <p14:sldId id="454"/>
            <p14:sldId id="464"/>
            <p14:sldId id="456"/>
            <p14:sldId id="463"/>
            <p14:sldId id="457"/>
          </p14:sldIdLst>
        </p14:section>
        <p14:section name="Clasificacion" id="{C5F9C6CA-9764-FF42-9C60-38BFF8A965F1}">
          <p14:sldIdLst>
            <p14:sldId id="314"/>
            <p14:sldId id="1082"/>
            <p14:sldId id="262"/>
            <p14:sldId id="356"/>
          </p14:sldIdLst>
        </p14:section>
        <p14:section name="KNN" id="{314B8903-0661-FA45-87BE-75E20384413B}">
          <p14:sldIdLst>
            <p14:sldId id="357"/>
            <p14:sldId id="358"/>
            <p14:sldId id="274"/>
            <p14:sldId id="298"/>
            <p14:sldId id="362"/>
            <p14:sldId id="1085"/>
            <p14:sldId id="1084"/>
            <p14:sldId id="363"/>
            <p14:sldId id="364"/>
          </p14:sldIdLst>
        </p14:section>
        <p14:section name="Práctica" id="{4549F4B1-85F1-3743-913D-79A5DB410D83}">
          <p14:sldIdLst>
            <p14:sldId id="1074"/>
          </p14:sldIdLst>
        </p14:section>
        <p14:section name="Conclusiones" id="{21EEDC75-F682-DA4E-BB35-EB7C499429C0}">
          <p14:sldIdLst>
            <p14:sldId id="271"/>
            <p14:sldId id="10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1048C5-E2EC-4D19-8932-1D0DE6FCFD5B}" v="12" dt="2022-06-02T13:35:58.67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0068" autoAdjust="0"/>
  </p:normalViewPr>
  <p:slideViewPr>
    <p:cSldViewPr snapToGrid="0">
      <p:cViewPr varScale="1">
        <p:scale>
          <a:sx n="115" d="100"/>
          <a:sy n="115" d="100"/>
        </p:scale>
        <p:origin x="10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stio Martínez Lázaro" userId="40a2716d-298b-429a-a0ab-e42e295773ea" providerId="ADAL" clId="{B81048C5-E2EC-4D19-8932-1D0DE6FCFD5B}"/>
    <pc:docChg chg="undo custSel addSld modSld sldOrd modSection">
      <pc:chgData name="Bustio Martínez Lázaro" userId="40a2716d-298b-429a-a0ab-e42e295773ea" providerId="ADAL" clId="{B81048C5-E2EC-4D19-8932-1D0DE6FCFD5B}" dt="2022-06-02T13:58:14.262" v="963" actId="113"/>
      <pc:docMkLst>
        <pc:docMk/>
      </pc:docMkLst>
      <pc:sldChg chg="mod modShow">
        <pc:chgData name="Bustio Martínez Lázaro" userId="40a2716d-298b-429a-a0ab-e42e295773ea" providerId="ADAL" clId="{B81048C5-E2EC-4D19-8932-1D0DE6FCFD5B}" dt="2022-06-02T13:45:37.340" v="955" actId="729"/>
        <pc:sldMkLst>
          <pc:docMk/>
          <pc:sldMk cId="3295930314" sldId="258"/>
        </pc:sldMkLst>
      </pc:sldChg>
      <pc:sldChg chg="addSp modSp mod">
        <pc:chgData name="Bustio Martínez Lázaro" userId="40a2716d-298b-429a-a0ab-e42e295773ea" providerId="ADAL" clId="{B81048C5-E2EC-4D19-8932-1D0DE6FCFD5B}" dt="2022-06-02T13:50:12.157" v="958" actId="14100"/>
        <pc:sldMkLst>
          <pc:docMk/>
          <pc:sldMk cId="3023161981" sldId="260"/>
        </pc:sldMkLst>
        <pc:spChg chg="add mod">
          <ac:chgData name="Bustio Martínez Lázaro" userId="40a2716d-298b-429a-a0ab-e42e295773ea" providerId="ADAL" clId="{B81048C5-E2EC-4D19-8932-1D0DE6FCFD5B}" dt="2022-06-02T13:50:12.157" v="958" actId="14100"/>
          <ac:spMkLst>
            <pc:docMk/>
            <pc:sldMk cId="3023161981" sldId="260"/>
            <ac:spMk id="8" creationId="{A6CD2342-6B38-92A5-C013-63DD7A6C90C3}"/>
          </ac:spMkLst>
        </pc:spChg>
      </pc:sldChg>
      <pc:sldChg chg="modSp mod">
        <pc:chgData name="Bustio Martínez Lázaro" userId="40a2716d-298b-429a-a0ab-e42e295773ea" providerId="ADAL" clId="{B81048C5-E2EC-4D19-8932-1D0DE6FCFD5B}" dt="2022-06-02T13:58:14.262" v="963" actId="113"/>
        <pc:sldMkLst>
          <pc:docMk/>
          <pc:sldMk cId="1140645071" sldId="285"/>
        </pc:sldMkLst>
        <pc:spChg chg="mod">
          <ac:chgData name="Bustio Martínez Lázaro" userId="40a2716d-298b-429a-a0ab-e42e295773ea" providerId="ADAL" clId="{B81048C5-E2EC-4D19-8932-1D0DE6FCFD5B}" dt="2022-06-02T13:58:14.262" v="963" actId="113"/>
          <ac:spMkLst>
            <pc:docMk/>
            <pc:sldMk cId="1140645071" sldId="285"/>
            <ac:spMk id="3" creationId="{B2318CD0-8660-7ACD-4834-551DC57F0FF7}"/>
          </ac:spMkLst>
        </pc:spChg>
      </pc:sldChg>
      <pc:sldChg chg="modSp mod">
        <pc:chgData name="Bustio Martínez Lázaro" userId="40a2716d-298b-429a-a0ab-e42e295773ea" providerId="ADAL" clId="{B81048C5-E2EC-4D19-8932-1D0DE6FCFD5B}" dt="2022-06-02T13:55:42.052" v="960" actId="1076"/>
        <pc:sldMkLst>
          <pc:docMk/>
          <pc:sldMk cId="1843436703" sldId="289"/>
        </pc:sldMkLst>
        <pc:picChg chg="mod">
          <ac:chgData name="Bustio Martínez Lázaro" userId="40a2716d-298b-429a-a0ab-e42e295773ea" providerId="ADAL" clId="{B81048C5-E2EC-4D19-8932-1D0DE6FCFD5B}" dt="2022-06-02T13:55:42.052" v="960" actId="1076"/>
          <ac:picMkLst>
            <pc:docMk/>
            <pc:sldMk cId="1843436703" sldId="289"/>
            <ac:picMk id="5" creationId="{78E7B436-AF9E-4CDF-A8C1-E660272AC39F}"/>
          </ac:picMkLst>
        </pc:picChg>
      </pc:sldChg>
      <pc:sldChg chg="modSp mod">
        <pc:chgData name="Bustio Martínez Lázaro" userId="40a2716d-298b-429a-a0ab-e42e295773ea" providerId="ADAL" clId="{B81048C5-E2EC-4D19-8932-1D0DE6FCFD5B}" dt="2022-06-02T13:43:55.976" v="954" actId="114"/>
        <pc:sldMkLst>
          <pc:docMk/>
          <pc:sldMk cId="3241551332" sldId="304"/>
        </pc:sldMkLst>
        <pc:spChg chg="mod">
          <ac:chgData name="Bustio Martínez Lázaro" userId="40a2716d-298b-429a-a0ab-e42e295773ea" providerId="ADAL" clId="{B81048C5-E2EC-4D19-8932-1D0DE6FCFD5B}" dt="2022-06-02T13:43:55.976" v="954" actId="114"/>
          <ac:spMkLst>
            <pc:docMk/>
            <pc:sldMk cId="3241551332" sldId="304"/>
            <ac:spMk id="3" creationId="{85C7351C-FA10-4D4C-A4E1-5FAACD69819A}"/>
          </ac:spMkLst>
        </pc:spChg>
      </pc:sldChg>
      <pc:sldChg chg="modSp mod">
        <pc:chgData name="Bustio Martínez Lázaro" userId="40a2716d-298b-429a-a0ab-e42e295773ea" providerId="ADAL" clId="{B81048C5-E2EC-4D19-8932-1D0DE6FCFD5B}" dt="2022-06-02T13:25:38.478" v="27" actId="6549"/>
        <pc:sldMkLst>
          <pc:docMk/>
          <pc:sldMk cId="1422983458" sldId="1075"/>
        </pc:sldMkLst>
        <pc:spChg chg="mod">
          <ac:chgData name="Bustio Martínez Lázaro" userId="40a2716d-298b-429a-a0ab-e42e295773ea" providerId="ADAL" clId="{B81048C5-E2EC-4D19-8932-1D0DE6FCFD5B}" dt="2022-06-02T13:25:38.478" v="27" actId="6549"/>
          <ac:spMkLst>
            <pc:docMk/>
            <pc:sldMk cId="1422983458" sldId="1075"/>
            <ac:spMk id="3" creationId="{905F15C2-C3CA-267F-4D05-06BBD4533F5A}"/>
          </ac:spMkLst>
        </pc:spChg>
      </pc:sldChg>
      <pc:sldChg chg="modSp mod">
        <pc:chgData name="Bustio Martínez Lázaro" userId="40a2716d-298b-429a-a0ab-e42e295773ea" providerId="ADAL" clId="{B81048C5-E2EC-4D19-8932-1D0DE6FCFD5B}" dt="2022-06-02T13:27:59.538" v="101" actId="20577"/>
        <pc:sldMkLst>
          <pc:docMk/>
          <pc:sldMk cId="3299532579" sldId="1076"/>
        </pc:sldMkLst>
        <pc:spChg chg="mod">
          <ac:chgData name="Bustio Martínez Lázaro" userId="40a2716d-298b-429a-a0ab-e42e295773ea" providerId="ADAL" clId="{B81048C5-E2EC-4D19-8932-1D0DE6FCFD5B}" dt="2022-06-02T13:27:59.538" v="101" actId="20577"/>
          <ac:spMkLst>
            <pc:docMk/>
            <pc:sldMk cId="3299532579" sldId="1076"/>
            <ac:spMk id="3" creationId="{905F15C2-C3CA-267F-4D05-06BBD4533F5A}"/>
          </ac:spMkLst>
        </pc:spChg>
      </pc:sldChg>
      <pc:sldChg chg="addSp modSp new mod setBg">
        <pc:chgData name="Bustio Martínez Lázaro" userId="40a2716d-298b-429a-a0ab-e42e295773ea" providerId="ADAL" clId="{B81048C5-E2EC-4D19-8932-1D0DE6FCFD5B}" dt="2022-06-02T13:30:59.714" v="722" actId="26606"/>
        <pc:sldMkLst>
          <pc:docMk/>
          <pc:sldMk cId="3654973653" sldId="1079"/>
        </pc:sldMkLst>
        <pc:spChg chg="mod">
          <ac:chgData name="Bustio Martínez Lázaro" userId="40a2716d-298b-429a-a0ab-e42e295773ea" providerId="ADAL" clId="{B81048C5-E2EC-4D19-8932-1D0DE6FCFD5B}" dt="2022-06-02T13:30:59.714" v="722" actId="26606"/>
          <ac:spMkLst>
            <pc:docMk/>
            <pc:sldMk cId="3654973653" sldId="1079"/>
            <ac:spMk id="2" creationId="{93B8FDB5-FD2F-486D-2375-97DA5746925D}"/>
          </ac:spMkLst>
        </pc:spChg>
        <pc:spChg chg="mod">
          <ac:chgData name="Bustio Martínez Lázaro" userId="40a2716d-298b-429a-a0ab-e42e295773ea" providerId="ADAL" clId="{B81048C5-E2EC-4D19-8932-1D0DE6FCFD5B}" dt="2022-06-02T13:30:59.714" v="722" actId="26606"/>
          <ac:spMkLst>
            <pc:docMk/>
            <pc:sldMk cId="3654973653" sldId="1079"/>
            <ac:spMk id="3" creationId="{FA443D9C-CB2A-D2BB-0280-1F75F6B90926}"/>
          </ac:spMkLst>
        </pc:spChg>
        <pc:spChg chg="add">
          <ac:chgData name="Bustio Martínez Lázaro" userId="40a2716d-298b-429a-a0ab-e42e295773ea" providerId="ADAL" clId="{B81048C5-E2EC-4D19-8932-1D0DE6FCFD5B}" dt="2022-06-02T13:30:59.714" v="722" actId="26606"/>
          <ac:spMkLst>
            <pc:docMk/>
            <pc:sldMk cId="3654973653" sldId="1079"/>
            <ac:spMk id="8" creationId="{DAF1966E-FD40-4A4A-B61B-C4DF7FA05F06}"/>
          </ac:spMkLst>
        </pc:spChg>
        <pc:spChg chg="add">
          <ac:chgData name="Bustio Martínez Lázaro" userId="40a2716d-298b-429a-a0ab-e42e295773ea" providerId="ADAL" clId="{B81048C5-E2EC-4D19-8932-1D0DE6FCFD5B}" dt="2022-06-02T13:30:59.714" v="722" actId="26606"/>
          <ac:spMkLst>
            <pc:docMk/>
            <pc:sldMk cId="3654973653" sldId="1079"/>
            <ac:spMk id="10" creationId="{047BFA19-D45E-416B-A404-7AF2F3F27017}"/>
          </ac:spMkLst>
        </pc:spChg>
        <pc:spChg chg="add">
          <ac:chgData name="Bustio Martínez Lázaro" userId="40a2716d-298b-429a-a0ab-e42e295773ea" providerId="ADAL" clId="{B81048C5-E2EC-4D19-8932-1D0DE6FCFD5B}" dt="2022-06-02T13:30:59.714" v="722" actId="26606"/>
          <ac:spMkLst>
            <pc:docMk/>
            <pc:sldMk cId="3654973653" sldId="1079"/>
            <ac:spMk id="12" creationId="{8E0105E7-23DB-4CF2-8258-FF47C7620F6E}"/>
          </ac:spMkLst>
        </pc:spChg>
        <pc:spChg chg="add">
          <ac:chgData name="Bustio Martínez Lázaro" userId="40a2716d-298b-429a-a0ab-e42e295773ea" providerId="ADAL" clId="{B81048C5-E2EC-4D19-8932-1D0DE6FCFD5B}" dt="2022-06-02T13:30:59.714" v="722" actId="26606"/>
          <ac:spMkLst>
            <pc:docMk/>
            <pc:sldMk cId="3654973653" sldId="1079"/>
            <ac:spMk id="14" creationId="{074B4F7D-14B2-478B-8BF5-01E4E0C5D263}"/>
          </ac:spMkLst>
        </pc:spChg>
      </pc:sldChg>
      <pc:sldChg chg="addSp modSp new mod ord setBg">
        <pc:chgData name="Bustio Martínez Lázaro" userId="40a2716d-298b-429a-a0ab-e42e295773ea" providerId="ADAL" clId="{B81048C5-E2EC-4D19-8932-1D0DE6FCFD5B}" dt="2022-06-02T13:37:07.617" v="953" actId="26606"/>
        <pc:sldMkLst>
          <pc:docMk/>
          <pc:sldMk cId="165135573" sldId="1080"/>
        </pc:sldMkLst>
        <pc:spChg chg="mod">
          <ac:chgData name="Bustio Martínez Lázaro" userId="40a2716d-298b-429a-a0ab-e42e295773ea" providerId="ADAL" clId="{B81048C5-E2EC-4D19-8932-1D0DE6FCFD5B}" dt="2022-06-02T13:37:07.617" v="953" actId="26606"/>
          <ac:spMkLst>
            <pc:docMk/>
            <pc:sldMk cId="165135573" sldId="1080"/>
            <ac:spMk id="2" creationId="{70270D5D-0692-6832-5AD8-622800EAA81F}"/>
          </ac:spMkLst>
        </pc:spChg>
        <pc:spChg chg="mod">
          <ac:chgData name="Bustio Martínez Lázaro" userId="40a2716d-298b-429a-a0ab-e42e295773ea" providerId="ADAL" clId="{B81048C5-E2EC-4D19-8932-1D0DE6FCFD5B}" dt="2022-06-02T13:37:07.617" v="953" actId="26606"/>
          <ac:spMkLst>
            <pc:docMk/>
            <pc:sldMk cId="165135573" sldId="1080"/>
            <ac:spMk id="3" creationId="{685E3B89-A358-4BAC-861D-C9958EDF0937}"/>
          </ac:spMkLst>
        </pc:spChg>
        <pc:spChg chg="add">
          <ac:chgData name="Bustio Martínez Lázaro" userId="40a2716d-298b-429a-a0ab-e42e295773ea" providerId="ADAL" clId="{B81048C5-E2EC-4D19-8932-1D0DE6FCFD5B}" dt="2022-06-02T13:37:07.617" v="953" actId="26606"/>
          <ac:spMkLst>
            <pc:docMk/>
            <pc:sldMk cId="165135573" sldId="1080"/>
            <ac:spMk id="8" creationId="{DAF1966E-FD40-4A4A-B61B-C4DF7FA05F06}"/>
          </ac:spMkLst>
        </pc:spChg>
        <pc:spChg chg="add">
          <ac:chgData name="Bustio Martínez Lázaro" userId="40a2716d-298b-429a-a0ab-e42e295773ea" providerId="ADAL" clId="{B81048C5-E2EC-4D19-8932-1D0DE6FCFD5B}" dt="2022-06-02T13:37:07.617" v="953" actId="26606"/>
          <ac:spMkLst>
            <pc:docMk/>
            <pc:sldMk cId="165135573" sldId="1080"/>
            <ac:spMk id="10" creationId="{047BFA19-D45E-416B-A404-7AF2F3F27017}"/>
          </ac:spMkLst>
        </pc:spChg>
        <pc:spChg chg="add">
          <ac:chgData name="Bustio Martínez Lázaro" userId="40a2716d-298b-429a-a0ab-e42e295773ea" providerId="ADAL" clId="{B81048C5-E2EC-4D19-8932-1D0DE6FCFD5B}" dt="2022-06-02T13:37:07.617" v="953" actId="26606"/>
          <ac:spMkLst>
            <pc:docMk/>
            <pc:sldMk cId="165135573" sldId="1080"/>
            <ac:spMk id="12" creationId="{8E0105E7-23DB-4CF2-8258-FF47C7620F6E}"/>
          </ac:spMkLst>
        </pc:spChg>
        <pc:spChg chg="add">
          <ac:chgData name="Bustio Martínez Lázaro" userId="40a2716d-298b-429a-a0ab-e42e295773ea" providerId="ADAL" clId="{B81048C5-E2EC-4D19-8932-1D0DE6FCFD5B}" dt="2022-06-02T13:37:07.617" v="953" actId="26606"/>
          <ac:spMkLst>
            <pc:docMk/>
            <pc:sldMk cId="165135573" sldId="1080"/>
            <ac:spMk id="14" creationId="{074B4F7D-14B2-478B-8BF5-01E4E0C5D263}"/>
          </ac:spMkLst>
        </pc:spChg>
      </pc:sldChg>
      <pc:sldChg chg="addSp modSp new mod setBg">
        <pc:chgData name="Bustio Martínez Lázaro" userId="40a2716d-298b-429a-a0ab-e42e295773ea" providerId="ADAL" clId="{B81048C5-E2EC-4D19-8932-1D0DE6FCFD5B}" dt="2022-06-02T13:32:06.320" v="775" actId="26606"/>
        <pc:sldMkLst>
          <pc:docMk/>
          <pc:sldMk cId="2613641865" sldId="1081"/>
        </pc:sldMkLst>
        <pc:spChg chg="mod">
          <ac:chgData name="Bustio Martínez Lázaro" userId="40a2716d-298b-429a-a0ab-e42e295773ea" providerId="ADAL" clId="{B81048C5-E2EC-4D19-8932-1D0DE6FCFD5B}" dt="2022-06-02T13:32:06.320" v="775" actId="26606"/>
          <ac:spMkLst>
            <pc:docMk/>
            <pc:sldMk cId="2613641865" sldId="1081"/>
            <ac:spMk id="2" creationId="{14D3FC20-C9C1-D585-07D5-517FD3007CFC}"/>
          </ac:spMkLst>
        </pc:spChg>
        <pc:spChg chg="mod">
          <ac:chgData name="Bustio Martínez Lázaro" userId="40a2716d-298b-429a-a0ab-e42e295773ea" providerId="ADAL" clId="{B81048C5-E2EC-4D19-8932-1D0DE6FCFD5B}" dt="2022-06-02T13:32:06.320" v="775" actId="26606"/>
          <ac:spMkLst>
            <pc:docMk/>
            <pc:sldMk cId="2613641865" sldId="1081"/>
            <ac:spMk id="3" creationId="{EC7609C7-822A-64CB-5B9E-0C3340AFBFF3}"/>
          </ac:spMkLst>
        </pc:spChg>
        <pc:spChg chg="add">
          <ac:chgData name="Bustio Martínez Lázaro" userId="40a2716d-298b-429a-a0ab-e42e295773ea" providerId="ADAL" clId="{B81048C5-E2EC-4D19-8932-1D0DE6FCFD5B}" dt="2022-06-02T13:32:06.320" v="775" actId="26606"/>
          <ac:spMkLst>
            <pc:docMk/>
            <pc:sldMk cId="2613641865" sldId="1081"/>
            <ac:spMk id="8" creationId="{E777E57D-6A88-4B5B-A068-2BA7FF4E8CCA}"/>
          </ac:spMkLst>
        </pc:spChg>
        <pc:spChg chg="add">
          <ac:chgData name="Bustio Martínez Lázaro" userId="40a2716d-298b-429a-a0ab-e42e295773ea" providerId="ADAL" clId="{B81048C5-E2EC-4D19-8932-1D0DE6FCFD5B}" dt="2022-06-02T13:32:06.320" v="775" actId="26606"/>
          <ac:spMkLst>
            <pc:docMk/>
            <pc:sldMk cId="2613641865" sldId="1081"/>
            <ac:spMk id="10" creationId="{F7117410-A2A4-4085-9ADC-46744551DBDE}"/>
          </ac:spMkLst>
        </pc:spChg>
        <pc:spChg chg="add">
          <ac:chgData name="Bustio Martínez Lázaro" userId="40a2716d-298b-429a-a0ab-e42e295773ea" providerId="ADAL" clId="{B81048C5-E2EC-4D19-8932-1D0DE6FCFD5B}" dt="2022-06-02T13:32:06.320" v="775" actId="26606"/>
          <ac:spMkLst>
            <pc:docMk/>
            <pc:sldMk cId="2613641865" sldId="1081"/>
            <ac:spMk id="12" creationId="{99F74EB5-E547-4FB4-95F5-BCC788F3C4A0}"/>
          </ac:spMkLst>
        </pc:spChg>
      </pc:sldChg>
      <pc:sldChg chg="addSp modSp new mod setBg">
        <pc:chgData name="Bustio Martínez Lázaro" userId="40a2716d-298b-429a-a0ab-e42e295773ea" providerId="ADAL" clId="{B81048C5-E2EC-4D19-8932-1D0DE6FCFD5B}" dt="2022-06-02T13:32:38.288" v="826" actId="26606"/>
        <pc:sldMkLst>
          <pc:docMk/>
          <pc:sldMk cId="4229684418" sldId="1082"/>
        </pc:sldMkLst>
        <pc:spChg chg="mod">
          <ac:chgData name="Bustio Martínez Lázaro" userId="40a2716d-298b-429a-a0ab-e42e295773ea" providerId="ADAL" clId="{B81048C5-E2EC-4D19-8932-1D0DE6FCFD5B}" dt="2022-06-02T13:32:38.288" v="826" actId="26606"/>
          <ac:spMkLst>
            <pc:docMk/>
            <pc:sldMk cId="4229684418" sldId="1082"/>
            <ac:spMk id="2" creationId="{D15BD3B5-E4AC-1ED6-37C0-29F4571A848F}"/>
          </ac:spMkLst>
        </pc:spChg>
        <pc:spChg chg="mod">
          <ac:chgData name="Bustio Martínez Lázaro" userId="40a2716d-298b-429a-a0ab-e42e295773ea" providerId="ADAL" clId="{B81048C5-E2EC-4D19-8932-1D0DE6FCFD5B}" dt="2022-06-02T13:32:38.288" v="826" actId="26606"/>
          <ac:spMkLst>
            <pc:docMk/>
            <pc:sldMk cId="4229684418" sldId="1082"/>
            <ac:spMk id="3" creationId="{396CB695-87CC-40E4-060D-4B3AC4443FDB}"/>
          </ac:spMkLst>
        </pc:spChg>
        <pc:spChg chg="add">
          <ac:chgData name="Bustio Martínez Lázaro" userId="40a2716d-298b-429a-a0ab-e42e295773ea" providerId="ADAL" clId="{B81048C5-E2EC-4D19-8932-1D0DE6FCFD5B}" dt="2022-06-02T13:32:38.288" v="826" actId="26606"/>
          <ac:spMkLst>
            <pc:docMk/>
            <pc:sldMk cId="4229684418" sldId="1082"/>
            <ac:spMk id="8" creationId="{E777E57D-6A88-4B5B-A068-2BA7FF4E8CCA}"/>
          </ac:spMkLst>
        </pc:spChg>
        <pc:spChg chg="add">
          <ac:chgData name="Bustio Martínez Lázaro" userId="40a2716d-298b-429a-a0ab-e42e295773ea" providerId="ADAL" clId="{B81048C5-E2EC-4D19-8932-1D0DE6FCFD5B}" dt="2022-06-02T13:32:38.288" v="826" actId="26606"/>
          <ac:spMkLst>
            <pc:docMk/>
            <pc:sldMk cId="4229684418" sldId="1082"/>
            <ac:spMk id="10" creationId="{F7117410-A2A4-4085-9ADC-46744551DBDE}"/>
          </ac:spMkLst>
        </pc:spChg>
        <pc:spChg chg="add">
          <ac:chgData name="Bustio Martínez Lázaro" userId="40a2716d-298b-429a-a0ab-e42e295773ea" providerId="ADAL" clId="{B81048C5-E2EC-4D19-8932-1D0DE6FCFD5B}" dt="2022-06-02T13:32:38.288" v="826" actId="26606"/>
          <ac:spMkLst>
            <pc:docMk/>
            <pc:sldMk cId="4229684418" sldId="1082"/>
            <ac:spMk id="12" creationId="{99F74EB5-E547-4FB4-95F5-BCC788F3C4A0}"/>
          </ac:spMkLst>
        </pc:spChg>
      </pc:sldChg>
      <pc:sldChg chg="addSp delSp modSp new mod setBg">
        <pc:chgData name="Bustio Martínez Lázaro" userId="40a2716d-298b-429a-a0ab-e42e295773ea" providerId="ADAL" clId="{B81048C5-E2EC-4D19-8932-1D0DE6FCFD5B}" dt="2022-06-02T13:35:58.674" v="934" actId="113"/>
        <pc:sldMkLst>
          <pc:docMk/>
          <pc:sldMk cId="1607891549" sldId="1083"/>
        </pc:sldMkLst>
        <pc:spChg chg="mod">
          <ac:chgData name="Bustio Martínez Lázaro" userId="40a2716d-298b-429a-a0ab-e42e295773ea" providerId="ADAL" clId="{B81048C5-E2EC-4D19-8932-1D0DE6FCFD5B}" dt="2022-06-02T13:33:19.085" v="848" actId="26606"/>
          <ac:spMkLst>
            <pc:docMk/>
            <pc:sldMk cId="1607891549" sldId="1083"/>
            <ac:spMk id="2" creationId="{83071469-5144-DF38-71FD-5F12FCCBE673}"/>
          </ac:spMkLst>
        </pc:spChg>
        <pc:spChg chg="del">
          <ac:chgData name="Bustio Martínez Lázaro" userId="40a2716d-298b-429a-a0ab-e42e295773ea" providerId="ADAL" clId="{B81048C5-E2EC-4D19-8932-1D0DE6FCFD5B}" dt="2022-06-02T13:33:01.298" v="846"/>
          <ac:spMkLst>
            <pc:docMk/>
            <pc:sldMk cId="1607891549" sldId="1083"/>
            <ac:spMk id="3" creationId="{74D72D8D-9A04-CDF2-BD8E-830912F21745}"/>
          </ac:spMkLst>
        </pc:spChg>
        <pc:spChg chg="add del mod">
          <ac:chgData name="Bustio Martínez Lázaro" userId="40a2716d-298b-429a-a0ab-e42e295773ea" providerId="ADAL" clId="{B81048C5-E2EC-4D19-8932-1D0DE6FCFD5B}" dt="2022-06-02T13:35:22.148" v="927" actId="26606"/>
          <ac:spMkLst>
            <pc:docMk/>
            <pc:sldMk cId="1607891549" sldId="1083"/>
            <ac:spMk id="6" creationId="{8D689F9C-99D8-99BD-A1F6-484171429B41}"/>
          </ac:spMkLst>
        </pc:spChg>
        <pc:spChg chg="add del">
          <ac:chgData name="Bustio Martínez Lázaro" userId="40a2716d-298b-429a-a0ab-e42e295773ea" providerId="ADAL" clId="{B81048C5-E2EC-4D19-8932-1D0DE6FCFD5B}" dt="2022-06-02T13:35:22.148" v="927" actId="26606"/>
          <ac:spMkLst>
            <pc:docMk/>
            <pc:sldMk cId="1607891549" sldId="1083"/>
            <ac:spMk id="9" creationId="{7301F447-EEF7-48F5-AF73-7566EE7F64AD}"/>
          </ac:spMkLst>
        </pc:spChg>
        <pc:spChg chg="add del">
          <ac:chgData name="Bustio Martínez Lázaro" userId="40a2716d-298b-429a-a0ab-e42e295773ea" providerId="ADAL" clId="{B81048C5-E2EC-4D19-8932-1D0DE6FCFD5B}" dt="2022-06-02T13:35:22.148" v="927" actId="26606"/>
          <ac:spMkLst>
            <pc:docMk/>
            <pc:sldMk cId="1607891549" sldId="1083"/>
            <ac:spMk id="11" creationId="{F7117410-A2A4-4085-9ADC-46744551DBDE}"/>
          </ac:spMkLst>
        </pc:spChg>
        <pc:spChg chg="add del">
          <ac:chgData name="Bustio Martínez Lázaro" userId="40a2716d-298b-429a-a0ab-e42e295773ea" providerId="ADAL" clId="{B81048C5-E2EC-4D19-8932-1D0DE6FCFD5B}" dt="2022-06-02T13:35:22.148" v="927" actId="26606"/>
          <ac:spMkLst>
            <pc:docMk/>
            <pc:sldMk cId="1607891549" sldId="1083"/>
            <ac:spMk id="13" creationId="{99F74EB5-E547-4FB4-95F5-BCC788F3C4A0}"/>
          </ac:spMkLst>
        </pc:spChg>
        <pc:spChg chg="add">
          <ac:chgData name="Bustio Martínez Lázaro" userId="40a2716d-298b-429a-a0ab-e42e295773ea" providerId="ADAL" clId="{B81048C5-E2EC-4D19-8932-1D0DE6FCFD5B}" dt="2022-06-02T13:35:22.148" v="927" actId="26606"/>
          <ac:spMkLst>
            <pc:docMk/>
            <pc:sldMk cId="1607891549" sldId="1083"/>
            <ac:spMk id="19" creationId="{7301F447-EEF7-48F5-AF73-7566EE7F64AD}"/>
          </ac:spMkLst>
        </pc:spChg>
        <pc:spChg chg="add">
          <ac:chgData name="Bustio Martínez Lázaro" userId="40a2716d-298b-429a-a0ab-e42e295773ea" providerId="ADAL" clId="{B81048C5-E2EC-4D19-8932-1D0DE6FCFD5B}" dt="2022-06-02T13:35:22.148" v="927" actId="26606"/>
          <ac:spMkLst>
            <pc:docMk/>
            <pc:sldMk cId="1607891549" sldId="1083"/>
            <ac:spMk id="21" creationId="{F7117410-A2A4-4085-9ADC-46744551DBDE}"/>
          </ac:spMkLst>
        </pc:spChg>
        <pc:spChg chg="add">
          <ac:chgData name="Bustio Martínez Lázaro" userId="40a2716d-298b-429a-a0ab-e42e295773ea" providerId="ADAL" clId="{B81048C5-E2EC-4D19-8932-1D0DE6FCFD5B}" dt="2022-06-02T13:35:22.148" v="927" actId="26606"/>
          <ac:spMkLst>
            <pc:docMk/>
            <pc:sldMk cId="1607891549" sldId="1083"/>
            <ac:spMk id="23" creationId="{99F74EB5-E547-4FB4-95F5-BCC788F3C4A0}"/>
          </ac:spMkLst>
        </pc:spChg>
        <pc:graphicFrameChg chg="add del mod modGraphic">
          <ac:chgData name="Bustio Martínez Lázaro" userId="40a2716d-298b-429a-a0ab-e42e295773ea" providerId="ADAL" clId="{B81048C5-E2EC-4D19-8932-1D0DE6FCFD5B}" dt="2022-06-02T13:33:34.646" v="850" actId="478"/>
          <ac:graphicFrameMkLst>
            <pc:docMk/>
            <pc:sldMk cId="1607891549" sldId="1083"/>
            <ac:graphicFrameMk id="4" creationId="{4523DF14-A938-33B7-F6F6-27FFE4664E38}"/>
          </ac:graphicFrameMkLst>
        </pc:graphicFrameChg>
        <pc:graphicFrameChg chg="add mod">
          <ac:chgData name="Bustio Martínez Lázaro" userId="40a2716d-298b-429a-a0ab-e42e295773ea" providerId="ADAL" clId="{B81048C5-E2EC-4D19-8932-1D0DE6FCFD5B}" dt="2022-06-02T13:35:58.674" v="934" actId="113"/>
          <ac:graphicFrameMkLst>
            <pc:docMk/>
            <pc:sldMk cId="1607891549" sldId="1083"/>
            <ac:graphicFrameMk id="15" creationId="{0AC68540-7CFD-6DAF-D7D0-68D21B964EE4}"/>
          </ac:graphicFrameMkLst>
        </pc:graphicFrameChg>
      </pc:sldChg>
      <pc:sldChg chg="modSp add mod">
        <pc:chgData name="Bustio Martínez Lázaro" userId="40a2716d-298b-429a-a0ab-e42e295773ea" providerId="ADAL" clId="{B81048C5-E2EC-4D19-8932-1D0DE6FCFD5B}" dt="2022-06-02T13:36:23.312" v="938" actId="14734"/>
        <pc:sldMkLst>
          <pc:docMk/>
          <pc:sldMk cId="349105306" sldId="1084"/>
        </pc:sldMkLst>
        <pc:graphicFrameChg chg="mod modGraphic">
          <ac:chgData name="Bustio Martínez Lázaro" userId="40a2716d-298b-429a-a0ab-e42e295773ea" providerId="ADAL" clId="{B81048C5-E2EC-4D19-8932-1D0DE6FCFD5B}" dt="2022-06-02T13:36:23.312" v="938" actId="14734"/>
          <ac:graphicFrameMkLst>
            <pc:docMk/>
            <pc:sldMk cId="349105306" sldId="1084"/>
            <ac:graphicFrameMk id="4" creationId="{4523DF14-A938-33B7-F6F6-27FFE4664E3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368310-92E2-7A4F-8C40-86B7FB68E8B9}"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s-MX"/>
        </a:p>
      </dgm:t>
    </dgm:pt>
    <dgm:pt modelId="{E3149F66-359C-DC45-AFED-A554C2E33AAC}">
      <dgm:prSet phldrT="[Texto]"/>
      <dgm:spPr/>
      <dgm:t>
        <a:bodyPr/>
        <a:lstStyle/>
        <a:p>
          <a:r>
            <a:rPr lang="es-MX" dirty="0"/>
            <a:t>Aprendizaje automatizado</a:t>
          </a:r>
        </a:p>
      </dgm:t>
    </dgm:pt>
    <dgm:pt modelId="{578827BE-40AF-1A46-9C6C-72B027DCA628}" type="parTrans" cxnId="{AE580286-EBAE-A749-9817-75BDE615B729}">
      <dgm:prSet/>
      <dgm:spPr/>
      <dgm:t>
        <a:bodyPr/>
        <a:lstStyle/>
        <a:p>
          <a:endParaRPr lang="es-MX"/>
        </a:p>
      </dgm:t>
    </dgm:pt>
    <dgm:pt modelId="{F468231A-DF2A-5D4D-9784-FF0DBDDD0859}" type="sibTrans" cxnId="{AE580286-EBAE-A749-9817-75BDE615B729}">
      <dgm:prSet/>
      <dgm:spPr/>
      <dgm:t>
        <a:bodyPr/>
        <a:lstStyle/>
        <a:p>
          <a:endParaRPr lang="es-MX"/>
        </a:p>
      </dgm:t>
    </dgm:pt>
    <dgm:pt modelId="{DAF5D8C7-3254-A44D-B650-959076D33803}">
      <dgm:prSet phldrT="[Texto]"/>
      <dgm:spPr/>
      <dgm:t>
        <a:bodyPr/>
        <a:lstStyle/>
        <a:p>
          <a:r>
            <a:rPr lang="es-MX" dirty="0"/>
            <a:t>Aprendizaje no supervisado</a:t>
          </a:r>
        </a:p>
      </dgm:t>
    </dgm:pt>
    <dgm:pt modelId="{26F4DAB0-E156-3243-8F26-98110C6E7716}" type="parTrans" cxnId="{28DCDB76-FE38-E346-93E5-3132BDF2EA6C}">
      <dgm:prSet/>
      <dgm:spPr/>
      <dgm:t>
        <a:bodyPr/>
        <a:lstStyle/>
        <a:p>
          <a:endParaRPr lang="es-MX"/>
        </a:p>
      </dgm:t>
    </dgm:pt>
    <dgm:pt modelId="{50F8E2BC-C890-1440-9BCA-3B2453D52615}" type="sibTrans" cxnId="{28DCDB76-FE38-E346-93E5-3132BDF2EA6C}">
      <dgm:prSet/>
      <dgm:spPr/>
      <dgm:t>
        <a:bodyPr/>
        <a:lstStyle/>
        <a:p>
          <a:endParaRPr lang="es-MX"/>
        </a:p>
      </dgm:t>
    </dgm:pt>
    <dgm:pt modelId="{6E058189-5DC7-E14B-A3BF-50B82D34E72D}">
      <dgm:prSet phldrT="[Texto]"/>
      <dgm:spPr/>
      <dgm:t>
        <a:bodyPr/>
        <a:lstStyle/>
        <a:p>
          <a:r>
            <a:rPr lang="es-MX" dirty="0"/>
            <a:t>Aprendizaje supervisado</a:t>
          </a:r>
        </a:p>
      </dgm:t>
    </dgm:pt>
    <dgm:pt modelId="{857AE4F4-EB57-D247-9586-54A1914FCDCF}" type="parTrans" cxnId="{580B7A25-215A-5B43-A276-6549CEED8038}">
      <dgm:prSet/>
      <dgm:spPr/>
      <dgm:t>
        <a:bodyPr/>
        <a:lstStyle/>
        <a:p>
          <a:endParaRPr lang="es-MX"/>
        </a:p>
      </dgm:t>
    </dgm:pt>
    <dgm:pt modelId="{667D1259-A464-BD4D-85D4-13F74BAB9C58}" type="sibTrans" cxnId="{580B7A25-215A-5B43-A276-6549CEED8038}">
      <dgm:prSet/>
      <dgm:spPr/>
      <dgm:t>
        <a:bodyPr/>
        <a:lstStyle/>
        <a:p>
          <a:endParaRPr lang="es-MX"/>
        </a:p>
      </dgm:t>
    </dgm:pt>
    <dgm:pt modelId="{F20683EF-CE51-EB44-A9D0-1BBD79B4BB35}">
      <dgm:prSet/>
      <dgm:spPr/>
      <dgm:t>
        <a:bodyPr/>
        <a:lstStyle/>
        <a:p>
          <a:r>
            <a:rPr lang="es-MX" dirty="0"/>
            <a:t>Aprendizaje por refuerzo</a:t>
          </a:r>
        </a:p>
      </dgm:t>
    </dgm:pt>
    <dgm:pt modelId="{6F75B640-EB8A-3842-8012-2F82A99325F2}" type="parTrans" cxnId="{4ECB7015-A66F-A04E-896A-2EA40ED8B202}">
      <dgm:prSet/>
      <dgm:spPr/>
      <dgm:t>
        <a:bodyPr/>
        <a:lstStyle/>
        <a:p>
          <a:endParaRPr lang="es-MX"/>
        </a:p>
      </dgm:t>
    </dgm:pt>
    <dgm:pt modelId="{E22A3C4E-5A41-A140-A5BE-1D3BF365491D}" type="sibTrans" cxnId="{4ECB7015-A66F-A04E-896A-2EA40ED8B202}">
      <dgm:prSet/>
      <dgm:spPr/>
      <dgm:t>
        <a:bodyPr/>
        <a:lstStyle/>
        <a:p>
          <a:endParaRPr lang="es-MX"/>
        </a:p>
      </dgm:t>
    </dgm:pt>
    <dgm:pt modelId="{923327FF-CA7D-1A48-A38A-4EF0CF793374}">
      <dgm:prSet/>
      <dgm:spPr/>
      <dgm:t>
        <a:bodyPr/>
        <a:lstStyle/>
        <a:p>
          <a:r>
            <a:rPr lang="es-MX" dirty="0"/>
            <a:t>Aprendizaje semi supervisado</a:t>
          </a:r>
        </a:p>
      </dgm:t>
    </dgm:pt>
    <dgm:pt modelId="{996C8939-4F75-5542-A02D-C37EF4E3D17A}" type="parTrans" cxnId="{3877D892-4C04-4D4D-9CF9-DA0CFF524F70}">
      <dgm:prSet/>
      <dgm:spPr/>
      <dgm:t>
        <a:bodyPr/>
        <a:lstStyle/>
        <a:p>
          <a:endParaRPr lang="es-MX"/>
        </a:p>
      </dgm:t>
    </dgm:pt>
    <dgm:pt modelId="{F2A611CE-AD92-9E4B-8DF8-5CF5BB66C7E5}" type="sibTrans" cxnId="{3877D892-4C04-4D4D-9CF9-DA0CFF524F70}">
      <dgm:prSet/>
      <dgm:spPr/>
      <dgm:t>
        <a:bodyPr/>
        <a:lstStyle/>
        <a:p>
          <a:endParaRPr lang="es-MX"/>
        </a:p>
      </dgm:t>
    </dgm:pt>
    <dgm:pt modelId="{D7166AA3-FAD5-484F-8537-B41B1A1A1E7E}" type="pres">
      <dgm:prSet presAssocID="{64368310-92E2-7A4F-8C40-86B7FB68E8B9}" presName="hierChild1" presStyleCnt="0">
        <dgm:presLayoutVars>
          <dgm:chPref val="1"/>
          <dgm:dir/>
          <dgm:animOne val="branch"/>
          <dgm:animLvl val="lvl"/>
          <dgm:resizeHandles/>
        </dgm:presLayoutVars>
      </dgm:prSet>
      <dgm:spPr/>
    </dgm:pt>
    <dgm:pt modelId="{B12DC162-18FB-4F40-A841-BC6902C32431}" type="pres">
      <dgm:prSet presAssocID="{E3149F66-359C-DC45-AFED-A554C2E33AAC}" presName="hierRoot1" presStyleCnt="0"/>
      <dgm:spPr/>
    </dgm:pt>
    <dgm:pt modelId="{1C5D1163-DACD-1D4E-9C75-DB8D9793DA62}" type="pres">
      <dgm:prSet presAssocID="{E3149F66-359C-DC45-AFED-A554C2E33AAC}" presName="composite" presStyleCnt="0"/>
      <dgm:spPr/>
    </dgm:pt>
    <dgm:pt modelId="{17233D32-ED50-F849-AAC7-8E810F171801}" type="pres">
      <dgm:prSet presAssocID="{E3149F66-359C-DC45-AFED-A554C2E33AAC}" presName="background" presStyleLbl="node0" presStyleIdx="0" presStyleCnt="1"/>
      <dgm:spPr/>
    </dgm:pt>
    <dgm:pt modelId="{BCF54A85-A42C-754B-B99E-BC907F1C4E0D}" type="pres">
      <dgm:prSet presAssocID="{E3149F66-359C-DC45-AFED-A554C2E33AAC}" presName="text" presStyleLbl="fgAcc0" presStyleIdx="0" presStyleCnt="1">
        <dgm:presLayoutVars>
          <dgm:chPref val="3"/>
        </dgm:presLayoutVars>
      </dgm:prSet>
      <dgm:spPr/>
    </dgm:pt>
    <dgm:pt modelId="{D303460D-BBCA-D145-AC89-08E49BE93ECD}" type="pres">
      <dgm:prSet presAssocID="{E3149F66-359C-DC45-AFED-A554C2E33AAC}" presName="hierChild2" presStyleCnt="0"/>
      <dgm:spPr/>
    </dgm:pt>
    <dgm:pt modelId="{893AB031-771A-E94C-BEE3-AE8A143DE74E}" type="pres">
      <dgm:prSet presAssocID="{26F4DAB0-E156-3243-8F26-98110C6E7716}" presName="Name10" presStyleLbl="parChTrans1D2" presStyleIdx="0" presStyleCnt="4"/>
      <dgm:spPr/>
    </dgm:pt>
    <dgm:pt modelId="{F9AF9FF1-4E16-CE4E-BEA5-FE0CCA2F97DE}" type="pres">
      <dgm:prSet presAssocID="{DAF5D8C7-3254-A44D-B650-959076D33803}" presName="hierRoot2" presStyleCnt="0"/>
      <dgm:spPr/>
    </dgm:pt>
    <dgm:pt modelId="{488CCD70-4D30-0D4B-9909-8631380FF4F4}" type="pres">
      <dgm:prSet presAssocID="{DAF5D8C7-3254-A44D-B650-959076D33803}" presName="composite2" presStyleCnt="0"/>
      <dgm:spPr/>
    </dgm:pt>
    <dgm:pt modelId="{8A4488BE-F96A-8C46-8F51-96FDFA3BB84B}" type="pres">
      <dgm:prSet presAssocID="{DAF5D8C7-3254-A44D-B650-959076D33803}" presName="background2" presStyleLbl="node2" presStyleIdx="0" presStyleCnt="4"/>
      <dgm:spPr/>
    </dgm:pt>
    <dgm:pt modelId="{9A3371D3-661F-DC4B-AC85-AE80CD438CAB}" type="pres">
      <dgm:prSet presAssocID="{DAF5D8C7-3254-A44D-B650-959076D33803}" presName="text2" presStyleLbl="fgAcc2" presStyleIdx="0" presStyleCnt="4">
        <dgm:presLayoutVars>
          <dgm:chPref val="3"/>
        </dgm:presLayoutVars>
      </dgm:prSet>
      <dgm:spPr/>
    </dgm:pt>
    <dgm:pt modelId="{2811AF40-8BEC-A945-ACF9-FFB9B9766ADF}" type="pres">
      <dgm:prSet presAssocID="{DAF5D8C7-3254-A44D-B650-959076D33803}" presName="hierChild3" presStyleCnt="0"/>
      <dgm:spPr/>
    </dgm:pt>
    <dgm:pt modelId="{554C1880-E413-FA42-A344-6BB4D9DEE72C}" type="pres">
      <dgm:prSet presAssocID="{857AE4F4-EB57-D247-9586-54A1914FCDCF}" presName="Name10" presStyleLbl="parChTrans1D2" presStyleIdx="1" presStyleCnt="4"/>
      <dgm:spPr/>
    </dgm:pt>
    <dgm:pt modelId="{FF11847E-133D-474C-8FB7-4091BD496C45}" type="pres">
      <dgm:prSet presAssocID="{6E058189-5DC7-E14B-A3BF-50B82D34E72D}" presName="hierRoot2" presStyleCnt="0"/>
      <dgm:spPr/>
    </dgm:pt>
    <dgm:pt modelId="{DCEA3D4C-1DF0-E74D-8DF9-04ACDB20DC15}" type="pres">
      <dgm:prSet presAssocID="{6E058189-5DC7-E14B-A3BF-50B82D34E72D}" presName="composite2" presStyleCnt="0"/>
      <dgm:spPr/>
    </dgm:pt>
    <dgm:pt modelId="{42675D81-90F1-0046-B6B6-002772C94160}" type="pres">
      <dgm:prSet presAssocID="{6E058189-5DC7-E14B-A3BF-50B82D34E72D}" presName="background2" presStyleLbl="node2" presStyleIdx="1" presStyleCnt="4"/>
      <dgm:spPr/>
    </dgm:pt>
    <dgm:pt modelId="{D0F1F05B-1740-8C44-AF4E-CA0E6B72C73E}" type="pres">
      <dgm:prSet presAssocID="{6E058189-5DC7-E14B-A3BF-50B82D34E72D}" presName="text2" presStyleLbl="fgAcc2" presStyleIdx="1" presStyleCnt="4">
        <dgm:presLayoutVars>
          <dgm:chPref val="3"/>
        </dgm:presLayoutVars>
      </dgm:prSet>
      <dgm:spPr/>
    </dgm:pt>
    <dgm:pt modelId="{8D04526A-5B47-B34B-BB9A-6B128B09B7BF}" type="pres">
      <dgm:prSet presAssocID="{6E058189-5DC7-E14B-A3BF-50B82D34E72D}" presName="hierChild3" presStyleCnt="0"/>
      <dgm:spPr/>
    </dgm:pt>
    <dgm:pt modelId="{EBC2B3FC-75FD-9640-B8A2-E8D8FFFD1795}" type="pres">
      <dgm:prSet presAssocID="{6F75B640-EB8A-3842-8012-2F82A99325F2}" presName="Name10" presStyleLbl="parChTrans1D2" presStyleIdx="2" presStyleCnt="4"/>
      <dgm:spPr/>
    </dgm:pt>
    <dgm:pt modelId="{9702A0EF-A327-4D42-9598-E022ED3FBBE3}" type="pres">
      <dgm:prSet presAssocID="{F20683EF-CE51-EB44-A9D0-1BBD79B4BB35}" presName="hierRoot2" presStyleCnt="0"/>
      <dgm:spPr/>
    </dgm:pt>
    <dgm:pt modelId="{1974C118-785F-7941-B8E0-FBD810BD46DD}" type="pres">
      <dgm:prSet presAssocID="{F20683EF-CE51-EB44-A9D0-1BBD79B4BB35}" presName="composite2" presStyleCnt="0"/>
      <dgm:spPr/>
    </dgm:pt>
    <dgm:pt modelId="{14B2DA84-2FCC-E246-8266-73FE66DDDE58}" type="pres">
      <dgm:prSet presAssocID="{F20683EF-CE51-EB44-A9D0-1BBD79B4BB35}" presName="background2" presStyleLbl="node2" presStyleIdx="2" presStyleCnt="4"/>
      <dgm:spPr/>
    </dgm:pt>
    <dgm:pt modelId="{D47B4E6F-01A0-3844-BB32-D1F783A45D73}" type="pres">
      <dgm:prSet presAssocID="{F20683EF-CE51-EB44-A9D0-1BBD79B4BB35}" presName="text2" presStyleLbl="fgAcc2" presStyleIdx="2" presStyleCnt="4">
        <dgm:presLayoutVars>
          <dgm:chPref val="3"/>
        </dgm:presLayoutVars>
      </dgm:prSet>
      <dgm:spPr/>
    </dgm:pt>
    <dgm:pt modelId="{F6C1D307-1214-904E-9CCA-BDEA73D9BEF8}" type="pres">
      <dgm:prSet presAssocID="{F20683EF-CE51-EB44-A9D0-1BBD79B4BB35}" presName="hierChild3" presStyleCnt="0"/>
      <dgm:spPr/>
    </dgm:pt>
    <dgm:pt modelId="{5B3CE577-1C51-3747-AEA8-B573DB135302}" type="pres">
      <dgm:prSet presAssocID="{996C8939-4F75-5542-A02D-C37EF4E3D17A}" presName="Name10" presStyleLbl="parChTrans1D2" presStyleIdx="3" presStyleCnt="4"/>
      <dgm:spPr/>
    </dgm:pt>
    <dgm:pt modelId="{2173DE3B-2DC2-1348-A54D-45A255087D4F}" type="pres">
      <dgm:prSet presAssocID="{923327FF-CA7D-1A48-A38A-4EF0CF793374}" presName="hierRoot2" presStyleCnt="0"/>
      <dgm:spPr/>
    </dgm:pt>
    <dgm:pt modelId="{CE33741A-0C4D-7B47-95D1-48910692D42A}" type="pres">
      <dgm:prSet presAssocID="{923327FF-CA7D-1A48-A38A-4EF0CF793374}" presName="composite2" presStyleCnt="0"/>
      <dgm:spPr/>
    </dgm:pt>
    <dgm:pt modelId="{E48B4893-9BB5-0D4A-A7E5-CB8E6CE5F21E}" type="pres">
      <dgm:prSet presAssocID="{923327FF-CA7D-1A48-A38A-4EF0CF793374}" presName="background2" presStyleLbl="node2" presStyleIdx="3" presStyleCnt="4"/>
      <dgm:spPr/>
    </dgm:pt>
    <dgm:pt modelId="{55103C9F-EB3B-DF48-B14B-35E488A11C5C}" type="pres">
      <dgm:prSet presAssocID="{923327FF-CA7D-1A48-A38A-4EF0CF793374}" presName="text2" presStyleLbl="fgAcc2" presStyleIdx="3" presStyleCnt="4">
        <dgm:presLayoutVars>
          <dgm:chPref val="3"/>
        </dgm:presLayoutVars>
      </dgm:prSet>
      <dgm:spPr/>
    </dgm:pt>
    <dgm:pt modelId="{D8BF8D62-143D-8246-9CE0-7B4E7CFB327C}" type="pres">
      <dgm:prSet presAssocID="{923327FF-CA7D-1A48-A38A-4EF0CF793374}" presName="hierChild3" presStyleCnt="0"/>
      <dgm:spPr/>
    </dgm:pt>
  </dgm:ptLst>
  <dgm:cxnLst>
    <dgm:cxn modelId="{33D52800-1D3F-B545-9E6B-CC32D06343F8}" type="presOf" srcId="{6E058189-5DC7-E14B-A3BF-50B82D34E72D}" destId="{D0F1F05B-1740-8C44-AF4E-CA0E6B72C73E}" srcOrd="0" destOrd="0" presId="urn:microsoft.com/office/officeart/2005/8/layout/hierarchy1"/>
    <dgm:cxn modelId="{4ECB7015-A66F-A04E-896A-2EA40ED8B202}" srcId="{E3149F66-359C-DC45-AFED-A554C2E33AAC}" destId="{F20683EF-CE51-EB44-A9D0-1BBD79B4BB35}" srcOrd="2" destOrd="0" parTransId="{6F75B640-EB8A-3842-8012-2F82A99325F2}" sibTransId="{E22A3C4E-5A41-A140-A5BE-1D3BF365491D}"/>
    <dgm:cxn modelId="{580B7A25-215A-5B43-A276-6549CEED8038}" srcId="{E3149F66-359C-DC45-AFED-A554C2E33AAC}" destId="{6E058189-5DC7-E14B-A3BF-50B82D34E72D}" srcOrd="1" destOrd="0" parTransId="{857AE4F4-EB57-D247-9586-54A1914FCDCF}" sibTransId="{667D1259-A464-BD4D-85D4-13F74BAB9C58}"/>
    <dgm:cxn modelId="{B11A8A39-571B-D743-A00D-F0F635D2C066}" type="presOf" srcId="{DAF5D8C7-3254-A44D-B650-959076D33803}" destId="{9A3371D3-661F-DC4B-AC85-AE80CD438CAB}" srcOrd="0" destOrd="0" presId="urn:microsoft.com/office/officeart/2005/8/layout/hierarchy1"/>
    <dgm:cxn modelId="{551E073A-29E4-A944-8A26-914E0A3DA04F}" type="presOf" srcId="{64368310-92E2-7A4F-8C40-86B7FB68E8B9}" destId="{D7166AA3-FAD5-484F-8537-B41B1A1A1E7E}" srcOrd="0" destOrd="0" presId="urn:microsoft.com/office/officeart/2005/8/layout/hierarchy1"/>
    <dgm:cxn modelId="{65F1C03F-A5CE-D845-A155-7E6376893717}" type="presOf" srcId="{F20683EF-CE51-EB44-A9D0-1BBD79B4BB35}" destId="{D47B4E6F-01A0-3844-BB32-D1F783A45D73}" srcOrd="0" destOrd="0" presId="urn:microsoft.com/office/officeart/2005/8/layout/hierarchy1"/>
    <dgm:cxn modelId="{09BE0641-EC5B-1C45-A24F-089578155E3F}" type="presOf" srcId="{996C8939-4F75-5542-A02D-C37EF4E3D17A}" destId="{5B3CE577-1C51-3747-AEA8-B573DB135302}" srcOrd="0" destOrd="0" presId="urn:microsoft.com/office/officeart/2005/8/layout/hierarchy1"/>
    <dgm:cxn modelId="{BA6D3557-9359-264D-8DCF-9F84DD05D48D}" type="presOf" srcId="{6F75B640-EB8A-3842-8012-2F82A99325F2}" destId="{EBC2B3FC-75FD-9640-B8A2-E8D8FFFD1795}" srcOrd="0" destOrd="0" presId="urn:microsoft.com/office/officeart/2005/8/layout/hierarchy1"/>
    <dgm:cxn modelId="{A8EE3762-4531-FA46-BA55-FF0C26C2E8B9}" type="presOf" srcId="{E3149F66-359C-DC45-AFED-A554C2E33AAC}" destId="{BCF54A85-A42C-754B-B99E-BC907F1C4E0D}" srcOrd="0" destOrd="0" presId="urn:microsoft.com/office/officeart/2005/8/layout/hierarchy1"/>
    <dgm:cxn modelId="{28DCDB76-FE38-E346-93E5-3132BDF2EA6C}" srcId="{E3149F66-359C-DC45-AFED-A554C2E33AAC}" destId="{DAF5D8C7-3254-A44D-B650-959076D33803}" srcOrd="0" destOrd="0" parTransId="{26F4DAB0-E156-3243-8F26-98110C6E7716}" sibTransId="{50F8E2BC-C890-1440-9BCA-3B2453D52615}"/>
    <dgm:cxn modelId="{AE580286-EBAE-A749-9817-75BDE615B729}" srcId="{64368310-92E2-7A4F-8C40-86B7FB68E8B9}" destId="{E3149F66-359C-DC45-AFED-A554C2E33AAC}" srcOrd="0" destOrd="0" parTransId="{578827BE-40AF-1A46-9C6C-72B027DCA628}" sibTransId="{F468231A-DF2A-5D4D-9784-FF0DBDDD0859}"/>
    <dgm:cxn modelId="{2626878A-DD40-1E47-9873-ABF5654CD16C}" type="presOf" srcId="{26F4DAB0-E156-3243-8F26-98110C6E7716}" destId="{893AB031-771A-E94C-BEE3-AE8A143DE74E}" srcOrd="0" destOrd="0" presId="urn:microsoft.com/office/officeart/2005/8/layout/hierarchy1"/>
    <dgm:cxn modelId="{3877D892-4C04-4D4D-9CF9-DA0CFF524F70}" srcId="{E3149F66-359C-DC45-AFED-A554C2E33AAC}" destId="{923327FF-CA7D-1A48-A38A-4EF0CF793374}" srcOrd="3" destOrd="0" parTransId="{996C8939-4F75-5542-A02D-C37EF4E3D17A}" sibTransId="{F2A611CE-AD92-9E4B-8DF8-5CF5BB66C7E5}"/>
    <dgm:cxn modelId="{57FD39C6-27F0-F14A-9A25-338B69A52410}" type="presOf" srcId="{857AE4F4-EB57-D247-9586-54A1914FCDCF}" destId="{554C1880-E413-FA42-A344-6BB4D9DEE72C}" srcOrd="0" destOrd="0" presId="urn:microsoft.com/office/officeart/2005/8/layout/hierarchy1"/>
    <dgm:cxn modelId="{9CAA05E1-702A-8648-887F-B274C75D4DCA}" type="presOf" srcId="{923327FF-CA7D-1A48-A38A-4EF0CF793374}" destId="{55103C9F-EB3B-DF48-B14B-35E488A11C5C}" srcOrd="0" destOrd="0" presId="urn:microsoft.com/office/officeart/2005/8/layout/hierarchy1"/>
    <dgm:cxn modelId="{9D5E4BC0-D7A2-9448-839C-C3C5AB176C9A}" type="presParOf" srcId="{D7166AA3-FAD5-484F-8537-B41B1A1A1E7E}" destId="{B12DC162-18FB-4F40-A841-BC6902C32431}" srcOrd="0" destOrd="0" presId="urn:microsoft.com/office/officeart/2005/8/layout/hierarchy1"/>
    <dgm:cxn modelId="{4EDE054D-7A9B-114B-89E5-479BEEAF8B57}" type="presParOf" srcId="{B12DC162-18FB-4F40-A841-BC6902C32431}" destId="{1C5D1163-DACD-1D4E-9C75-DB8D9793DA62}" srcOrd="0" destOrd="0" presId="urn:microsoft.com/office/officeart/2005/8/layout/hierarchy1"/>
    <dgm:cxn modelId="{6E215474-2F00-554E-B2B4-8854585C128F}" type="presParOf" srcId="{1C5D1163-DACD-1D4E-9C75-DB8D9793DA62}" destId="{17233D32-ED50-F849-AAC7-8E810F171801}" srcOrd="0" destOrd="0" presId="urn:microsoft.com/office/officeart/2005/8/layout/hierarchy1"/>
    <dgm:cxn modelId="{E82FF87C-4DB9-4742-A388-D442B18BB21F}" type="presParOf" srcId="{1C5D1163-DACD-1D4E-9C75-DB8D9793DA62}" destId="{BCF54A85-A42C-754B-B99E-BC907F1C4E0D}" srcOrd="1" destOrd="0" presId="urn:microsoft.com/office/officeart/2005/8/layout/hierarchy1"/>
    <dgm:cxn modelId="{672C7F7A-6A45-5B44-9EF4-35194A6041F7}" type="presParOf" srcId="{B12DC162-18FB-4F40-A841-BC6902C32431}" destId="{D303460D-BBCA-D145-AC89-08E49BE93ECD}" srcOrd="1" destOrd="0" presId="urn:microsoft.com/office/officeart/2005/8/layout/hierarchy1"/>
    <dgm:cxn modelId="{E58F6B05-7F9A-8E4B-982C-EA993FB0913D}" type="presParOf" srcId="{D303460D-BBCA-D145-AC89-08E49BE93ECD}" destId="{893AB031-771A-E94C-BEE3-AE8A143DE74E}" srcOrd="0" destOrd="0" presId="urn:microsoft.com/office/officeart/2005/8/layout/hierarchy1"/>
    <dgm:cxn modelId="{E50CFB23-EA2C-2C42-A927-1FCCBC4EAA56}" type="presParOf" srcId="{D303460D-BBCA-D145-AC89-08E49BE93ECD}" destId="{F9AF9FF1-4E16-CE4E-BEA5-FE0CCA2F97DE}" srcOrd="1" destOrd="0" presId="urn:microsoft.com/office/officeart/2005/8/layout/hierarchy1"/>
    <dgm:cxn modelId="{8B85623D-4332-4540-8FF1-75467E5347D1}" type="presParOf" srcId="{F9AF9FF1-4E16-CE4E-BEA5-FE0CCA2F97DE}" destId="{488CCD70-4D30-0D4B-9909-8631380FF4F4}" srcOrd="0" destOrd="0" presId="urn:microsoft.com/office/officeart/2005/8/layout/hierarchy1"/>
    <dgm:cxn modelId="{FCFDAD32-AC92-3E4E-99A5-B471A09330DC}" type="presParOf" srcId="{488CCD70-4D30-0D4B-9909-8631380FF4F4}" destId="{8A4488BE-F96A-8C46-8F51-96FDFA3BB84B}" srcOrd="0" destOrd="0" presId="urn:microsoft.com/office/officeart/2005/8/layout/hierarchy1"/>
    <dgm:cxn modelId="{5E9D6958-D1E3-A143-81B0-812C34103B0D}" type="presParOf" srcId="{488CCD70-4D30-0D4B-9909-8631380FF4F4}" destId="{9A3371D3-661F-DC4B-AC85-AE80CD438CAB}" srcOrd="1" destOrd="0" presId="urn:microsoft.com/office/officeart/2005/8/layout/hierarchy1"/>
    <dgm:cxn modelId="{64831FE5-E2BA-A143-9F5E-F251C6E5211F}" type="presParOf" srcId="{F9AF9FF1-4E16-CE4E-BEA5-FE0CCA2F97DE}" destId="{2811AF40-8BEC-A945-ACF9-FFB9B9766ADF}" srcOrd="1" destOrd="0" presId="urn:microsoft.com/office/officeart/2005/8/layout/hierarchy1"/>
    <dgm:cxn modelId="{C0480A47-6DF9-BB41-BA57-0A35132988FF}" type="presParOf" srcId="{D303460D-BBCA-D145-AC89-08E49BE93ECD}" destId="{554C1880-E413-FA42-A344-6BB4D9DEE72C}" srcOrd="2" destOrd="0" presId="urn:microsoft.com/office/officeart/2005/8/layout/hierarchy1"/>
    <dgm:cxn modelId="{A11740A8-555B-A044-A017-403D0CD5AE9B}" type="presParOf" srcId="{D303460D-BBCA-D145-AC89-08E49BE93ECD}" destId="{FF11847E-133D-474C-8FB7-4091BD496C45}" srcOrd="3" destOrd="0" presId="urn:microsoft.com/office/officeart/2005/8/layout/hierarchy1"/>
    <dgm:cxn modelId="{F55F6DFF-C734-D54B-9351-92EBC9C965F3}" type="presParOf" srcId="{FF11847E-133D-474C-8FB7-4091BD496C45}" destId="{DCEA3D4C-1DF0-E74D-8DF9-04ACDB20DC15}" srcOrd="0" destOrd="0" presId="urn:microsoft.com/office/officeart/2005/8/layout/hierarchy1"/>
    <dgm:cxn modelId="{EB6A2B0B-A15D-CC40-8A96-C973DCF9B307}" type="presParOf" srcId="{DCEA3D4C-1DF0-E74D-8DF9-04ACDB20DC15}" destId="{42675D81-90F1-0046-B6B6-002772C94160}" srcOrd="0" destOrd="0" presId="urn:microsoft.com/office/officeart/2005/8/layout/hierarchy1"/>
    <dgm:cxn modelId="{FC32ED38-D538-944E-B027-D6DD9A2BFEC9}" type="presParOf" srcId="{DCEA3D4C-1DF0-E74D-8DF9-04ACDB20DC15}" destId="{D0F1F05B-1740-8C44-AF4E-CA0E6B72C73E}" srcOrd="1" destOrd="0" presId="urn:microsoft.com/office/officeart/2005/8/layout/hierarchy1"/>
    <dgm:cxn modelId="{9499D936-9743-424D-87C3-1577376AF535}" type="presParOf" srcId="{FF11847E-133D-474C-8FB7-4091BD496C45}" destId="{8D04526A-5B47-B34B-BB9A-6B128B09B7BF}" srcOrd="1" destOrd="0" presId="urn:microsoft.com/office/officeart/2005/8/layout/hierarchy1"/>
    <dgm:cxn modelId="{1DC89DDD-4E99-5045-B6BA-688586B6DACE}" type="presParOf" srcId="{D303460D-BBCA-D145-AC89-08E49BE93ECD}" destId="{EBC2B3FC-75FD-9640-B8A2-E8D8FFFD1795}" srcOrd="4" destOrd="0" presId="urn:microsoft.com/office/officeart/2005/8/layout/hierarchy1"/>
    <dgm:cxn modelId="{443E4F16-B010-4943-9748-D57A5675B584}" type="presParOf" srcId="{D303460D-BBCA-D145-AC89-08E49BE93ECD}" destId="{9702A0EF-A327-4D42-9598-E022ED3FBBE3}" srcOrd="5" destOrd="0" presId="urn:microsoft.com/office/officeart/2005/8/layout/hierarchy1"/>
    <dgm:cxn modelId="{A782F76E-3CC2-3D4E-B3EB-2486FC9BBFEC}" type="presParOf" srcId="{9702A0EF-A327-4D42-9598-E022ED3FBBE3}" destId="{1974C118-785F-7941-B8E0-FBD810BD46DD}" srcOrd="0" destOrd="0" presId="urn:microsoft.com/office/officeart/2005/8/layout/hierarchy1"/>
    <dgm:cxn modelId="{B3FAD4B6-4218-A34C-B7EE-8BFD20EE454E}" type="presParOf" srcId="{1974C118-785F-7941-B8E0-FBD810BD46DD}" destId="{14B2DA84-2FCC-E246-8266-73FE66DDDE58}" srcOrd="0" destOrd="0" presId="urn:microsoft.com/office/officeart/2005/8/layout/hierarchy1"/>
    <dgm:cxn modelId="{1111EB84-045B-D846-804F-F7EF051322CA}" type="presParOf" srcId="{1974C118-785F-7941-B8E0-FBD810BD46DD}" destId="{D47B4E6F-01A0-3844-BB32-D1F783A45D73}" srcOrd="1" destOrd="0" presId="urn:microsoft.com/office/officeart/2005/8/layout/hierarchy1"/>
    <dgm:cxn modelId="{8182C964-0497-CF40-92D9-F8B17FD76807}" type="presParOf" srcId="{9702A0EF-A327-4D42-9598-E022ED3FBBE3}" destId="{F6C1D307-1214-904E-9CCA-BDEA73D9BEF8}" srcOrd="1" destOrd="0" presId="urn:microsoft.com/office/officeart/2005/8/layout/hierarchy1"/>
    <dgm:cxn modelId="{71E41CDF-7CD8-134A-BD94-225CF436C3EF}" type="presParOf" srcId="{D303460D-BBCA-D145-AC89-08E49BE93ECD}" destId="{5B3CE577-1C51-3747-AEA8-B573DB135302}" srcOrd="6" destOrd="0" presId="urn:microsoft.com/office/officeart/2005/8/layout/hierarchy1"/>
    <dgm:cxn modelId="{6EEABE63-06ED-1F4A-9EF0-C4F8E04AF7BA}" type="presParOf" srcId="{D303460D-BBCA-D145-AC89-08E49BE93ECD}" destId="{2173DE3B-2DC2-1348-A54D-45A255087D4F}" srcOrd="7" destOrd="0" presId="urn:microsoft.com/office/officeart/2005/8/layout/hierarchy1"/>
    <dgm:cxn modelId="{80C0993B-76C7-954A-8A95-85DC6DC89400}" type="presParOf" srcId="{2173DE3B-2DC2-1348-A54D-45A255087D4F}" destId="{CE33741A-0C4D-7B47-95D1-48910692D42A}" srcOrd="0" destOrd="0" presId="urn:microsoft.com/office/officeart/2005/8/layout/hierarchy1"/>
    <dgm:cxn modelId="{96D4AAFA-9DF8-384A-A1B0-ED9D67DA26A1}" type="presParOf" srcId="{CE33741A-0C4D-7B47-95D1-48910692D42A}" destId="{E48B4893-9BB5-0D4A-A7E5-CB8E6CE5F21E}" srcOrd="0" destOrd="0" presId="urn:microsoft.com/office/officeart/2005/8/layout/hierarchy1"/>
    <dgm:cxn modelId="{2FE340B5-6ACE-9B44-AB3F-1ACC7FF18606}" type="presParOf" srcId="{CE33741A-0C4D-7B47-95D1-48910692D42A}" destId="{55103C9F-EB3B-DF48-B14B-35E488A11C5C}" srcOrd="1" destOrd="0" presId="urn:microsoft.com/office/officeart/2005/8/layout/hierarchy1"/>
    <dgm:cxn modelId="{7C898AEB-ED00-8A4C-9446-DEB664A0BBB4}" type="presParOf" srcId="{2173DE3B-2DC2-1348-A54D-45A255087D4F}" destId="{D8BF8D62-143D-8246-9CE0-7B4E7CFB327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1CBE73-C248-7049-AE09-342C3E0ECED3}"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s-MX"/>
        </a:p>
      </dgm:t>
    </dgm:pt>
    <dgm:pt modelId="{E268EE45-CFCE-2441-AF90-3CC90BB8EFFD}">
      <dgm:prSet/>
      <dgm:spPr/>
      <dgm:t>
        <a:bodyPr/>
        <a:lstStyle/>
        <a:p>
          <a:r>
            <a:rPr lang="it-IT"/>
            <a:t>Seleccionar la medida de similitud</a:t>
          </a:r>
          <a:endParaRPr lang="es-MX"/>
        </a:p>
      </dgm:t>
    </dgm:pt>
    <dgm:pt modelId="{E076EA59-E3DA-444D-8704-A5E29369AFD3}" type="parTrans" cxnId="{790C0F63-CFBC-E34F-BD18-0B35A50F86C6}">
      <dgm:prSet/>
      <dgm:spPr/>
      <dgm:t>
        <a:bodyPr/>
        <a:lstStyle/>
        <a:p>
          <a:endParaRPr lang="es-MX"/>
        </a:p>
      </dgm:t>
    </dgm:pt>
    <dgm:pt modelId="{E03C12ED-421B-DF45-B0A6-334838D3B7D8}" type="sibTrans" cxnId="{790C0F63-CFBC-E34F-BD18-0B35A50F86C6}">
      <dgm:prSet/>
      <dgm:spPr/>
      <dgm:t>
        <a:bodyPr/>
        <a:lstStyle/>
        <a:p>
          <a:endParaRPr lang="es-MX"/>
        </a:p>
      </dgm:t>
    </dgm:pt>
    <dgm:pt modelId="{FAC512A7-B6D5-4048-A679-B2A73AE7BB81}">
      <dgm:prSet/>
      <dgm:spPr/>
      <dgm:t>
        <a:bodyPr/>
        <a:lstStyle/>
        <a:p>
          <a:r>
            <a:rPr lang="it-IT"/>
            <a:t>Seleccionar el algoritmo de agrupamiento</a:t>
          </a:r>
          <a:endParaRPr lang="es-MX"/>
        </a:p>
      </dgm:t>
    </dgm:pt>
    <dgm:pt modelId="{4109E8F3-811A-9F40-B401-A04CCC962023}" type="parTrans" cxnId="{3B1F5378-46C4-CC46-9230-FD1D1A55F93C}">
      <dgm:prSet/>
      <dgm:spPr/>
      <dgm:t>
        <a:bodyPr/>
        <a:lstStyle/>
        <a:p>
          <a:endParaRPr lang="es-MX"/>
        </a:p>
      </dgm:t>
    </dgm:pt>
    <dgm:pt modelId="{0A3E9B15-8944-E044-872C-00AE9B18DF8A}" type="sibTrans" cxnId="{3B1F5378-46C4-CC46-9230-FD1D1A55F93C}">
      <dgm:prSet/>
      <dgm:spPr/>
      <dgm:t>
        <a:bodyPr/>
        <a:lstStyle/>
        <a:p>
          <a:endParaRPr lang="es-MX"/>
        </a:p>
      </dgm:t>
    </dgm:pt>
    <dgm:pt modelId="{79BC5B74-9280-E347-BF83-980A66AC345D}">
      <dgm:prSet/>
      <dgm:spPr/>
      <dgm:t>
        <a:bodyPr/>
        <a:lstStyle/>
        <a:p>
          <a:r>
            <a:rPr lang="en-GB"/>
            <a:t>Definir la distancia entre dos grupos</a:t>
          </a:r>
          <a:endParaRPr lang="es-MX"/>
        </a:p>
      </dgm:t>
    </dgm:pt>
    <dgm:pt modelId="{10E120CB-7D5F-B544-849F-D2FD6BA7C547}" type="parTrans" cxnId="{73ED28B5-CD2F-D243-8C12-D700FE5A8B35}">
      <dgm:prSet/>
      <dgm:spPr/>
      <dgm:t>
        <a:bodyPr/>
        <a:lstStyle/>
        <a:p>
          <a:endParaRPr lang="es-MX"/>
        </a:p>
      </dgm:t>
    </dgm:pt>
    <dgm:pt modelId="{25766709-B131-8649-9016-F8B35D2105B5}" type="sibTrans" cxnId="{73ED28B5-CD2F-D243-8C12-D700FE5A8B35}">
      <dgm:prSet/>
      <dgm:spPr/>
      <dgm:t>
        <a:bodyPr/>
        <a:lstStyle/>
        <a:p>
          <a:endParaRPr lang="es-MX"/>
        </a:p>
      </dgm:t>
    </dgm:pt>
    <dgm:pt modelId="{3A7577CB-A729-C242-AA29-416682A05987}">
      <dgm:prSet/>
      <dgm:spPr/>
      <dgm:t>
        <a:bodyPr/>
        <a:lstStyle/>
        <a:p>
          <a:r>
            <a:rPr lang="it-IT"/>
            <a:t>Determinar el número de grupos</a:t>
          </a:r>
          <a:endParaRPr lang="es-MX"/>
        </a:p>
      </dgm:t>
    </dgm:pt>
    <dgm:pt modelId="{540D161E-465B-9F45-9DB1-9A301251BE6B}" type="parTrans" cxnId="{85F4D6E4-DD6F-1546-9428-9350AEF59EF3}">
      <dgm:prSet/>
      <dgm:spPr/>
      <dgm:t>
        <a:bodyPr/>
        <a:lstStyle/>
        <a:p>
          <a:endParaRPr lang="es-MX"/>
        </a:p>
      </dgm:t>
    </dgm:pt>
    <dgm:pt modelId="{AB6EA4EA-99B2-D243-AC0F-5B6C69E0B102}" type="sibTrans" cxnId="{85F4D6E4-DD6F-1546-9428-9350AEF59EF3}">
      <dgm:prSet/>
      <dgm:spPr/>
      <dgm:t>
        <a:bodyPr/>
        <a:lstStyle/>
        <a:p>
          <a:endParaRPr lang="es-MX"/>
        </a:p>
      </dgm:t>
    </dgm:pt>
    <dgm:pt modelId="{95B64D1A-A1F9-5A40-ADE6-B400C86D4749}">
      <dgm:prSet/>
      <dgm:spPr/>
      <dgm:t>
        <a:bodyPr/>
        <a:lstStyle/>
        <a:p>
          <a:r>
            <a:rPr lang="it-IT"/>
            <a:t>Validar los grupos obtenidos</a:t>
          </a:r>
          <a:endParaRPr lang="es-MX"/>
        </a:p>
      </dgm:t>
    </dgm:pt>
    <dgm:pt modelId="{64FABAD9-5FF9-904A-A9C4-AE800D5F765F}" type="parTrans" cxnId="{E26FB810-048A-CF4E-85AE-7E6CF203EB8B}">
      <dgm:prSet/>
      <dgm:spPr/>
      <dgm:t>
        <a:bodyPr/>
        <a:lstStyle/>
        <a:p>
          <a:endParaRPr lang="es-MX"/>
        </a:p>
      </dgm:t>
    </dgm:pt>
    <dgm:pt modelId="{836D68BF-D038-AD49-B3FE-C564C87EB8F1}" type="sibTrans" cxnId="{E26FB810-048A-CF4E-85AE-7E6CF203EB8B}">
      <dgm:prSet/>
      <dgm:spPr/>
      <dgm:t>
        <a:bodyPr/>
        <a:lstStyle/>
        <a:p>
          <a:endParaRPr lang="es-MX"/>
        </a:p>
      </dgm:t>
    </dgm:pt>
    <dgm:pt modelId="{24159F25-AFF8-2940-909D-3DC4808313E3}" type="pres">
      <dgm:prSet presAssocID="{211CBE73-C248-7049-AE09-342C3E0ECED3}" presName="CompostProcess" presStyleCnt="0">
        <dgm:presLayoutVars>
          <dgm:dir/>
          <dgm:resizeHandles val="exact"/>
        </dgm:presLayoutVars>
      </dgm:prSet>
      <dgm:spPr/>
    </dgm:pt>
    <dgm:pt modelId="{5740DD5C-F1D7-5044-A618-248D8FEF9FDD}" type="pres">
      <dgm:prSet presAssocID="{211CBE73-C248-7049-AE09-342C3E0ECED3}" presName="arrow" presStyleLbl="bgShp" presStyleIdx="0" presStyleCnt="1"/>
      <dgm:spPr/>
    </dgm:pt>
    <dgm:pt modelId="{47A65400-6099-664E-AC55-CF6077041A8E}" type="pres">
      <dgm:prSet presAssocID="{211CBE73-C248-7049-AE09-342C3E0ECED3}" presName="linearProcess" presStyleCnt="0"/>
      <dgm:spPr/>
    </dgm:pt>
    <dgm:pt modelId="{1EAED240-41E0-C844-8A7D-953AF5BF78E2}" type="pres">
      <dgm:prSet presAssocID="{E268EE45-CFCE-2441-AF90-3CC90BB8EFFD}" presName="textNode" presStyleLbl="node1" presStyleIdx="0" presStyleCnt="5">
        <dgm:presLayoutVars>
          <dgm:bulletEnabled val="1"/>
        </dgm:presLayoutVars>
      </dgm:prSet>
      <dgm:spPr/>
    </dgm:pt>
    <dgm:pt modelId="{C6F0802F-28E2-5C49-8974-AB674553476C}" type="pres">
      <dgm:prSet presAssocID="{E03C12ED-421B-DF45-B0A6-334838D3B7D8}" presName="sibTrans" presStyleCnt="0"/>
      <dgm:spPr/>
    </dgm:pt>
    <dgm:pt modelId="{9FFBC4F4-AE27-1741-8F44-AAC425E8F12A}" type="pres">
      <dgm:prSet presAssocID="{FAC512A7-B6D5-4048-A679-B2A73AE7BB81}" presName="textNode" presStyleLbl="node1" presStyleIdx="1" presStyleCnt="5">
        <dgm:presLayoutVars>
          <dgm:bulletEnabled val="1"/>
        </dgm:presLayoutVars>
      </dgm:prSet>
      <dgm:spPr/>
    </dgm:pt>
    <dgm:pt modelId="{3AB941BF-AF0C-024A-95BC-722A6B13158C}" type="pres">
      <dgm:prSet presAssocID="{0A3E9B15-8944-E044-872C-00AE9B18DF8A}" presName="sibTrans" presStyleCnt="0"/>
      <dgm:spPr/>
    </dgm:pt>
    <dgm:pt modelId="{231E41AC-931C-F54D-8F1A-30E5F0CD8A03}" type="pres">
      <dgm:prSet presAssocID="{79BC5B74-9280-E347-BF83-980A66AC345D}" presName="textNode" presStyleLbl="node1" presStyleIdx="2" presStyleCnt="5">
        <dgm:presLayoutVars>
          <dgm:bulletEnabled val="1"/>
        </dgm:presLayoutVars>
      </dgm:prSet>
      <dgm:spPr/>
    </dgm:pt>
    <dgm:pt modelId="{01CBE454-9AE7-4B4D-9D68-489C5C42E71F}" type="pres">
      <dgm:prSet presAssocID="{25766709-B131-8649-9016-F8B35D2105B5}" presName="sibTrans" presStyleCnt="0"/>
      <dgm:spPr/>
    </dgm:pt>
    <dgm:pt modelId="{043AD5D2-4C9D-284A-9C59-6511E08BED0C}" type="pres">
      <dgm:prSet presAssocID="{3A7577CB-A729-C242-AA29-416682A05987}" presName="textNode" presStyleLbl="node1" presStyleIdx="3" presStyleCnt="5">
        <dgm:presLayoutVars>
          <dgm:bulletEnabled val="1"/>
        </dgm:presLayoutVars>
      </dgm:prSet>
      <dgm:spPr/>
    </dgm:pt>
    <dgm:pt modelId="{75AF61EB-BC3B-0A43-B41F-8B48213D1EAF}" type="pres">
      <dgm:prSet presAssocID="{AB6EA4EA-99B2-D243-AC0F-5B6C69E0B102}" presName="sibTrans" presStyleCnt="0"/>
      <dgm:spPr/>
    </dgm:pt>
    <dgm:pt modelId="{353320B7-18FC-0749-9C28-C62E87E1076B}" type="pres">
      <dgm:prSet presAssocID="{95B64D1A-A1F9-5A40-ADE6-B400C86D4749}" presName="textNode" presStyleLbl="node1" presStyleIdx="4" presStyleCnt="5">
        <dgm:presLayoutVars>
          <dgm:bulletEnabled val="1"/>
        </dgm:presLayoutVars>
      </dgm:prSet>
      <dgm:spPr/>
    </dgm:pt>
  </dgm:ptLst>
  <dgm:cxnLst>
    <dgm:cxn modelId="{E26FB810-048A-CF4E-85AE-7E6CF203EB8B}" srcId="{211CBE73-C248-7049-AE09-342C3E0ECED3}" destId="{95B64D1A-A1F9-5A40-ADE6-B400C86D4749}" srcOrd="4" destOrd="0" parTransId="{64FABAD9-5FF9-904A-A9C4-AE800D5F765F}" sibTransId="{836D68BF-D038-AD49-B3FE-C564C87EB8F1}"/>
    <dgm:cxn modelId="{C449272F-8FD6-5C4E-B585-6EAD7A893CBA}" type="presOf" srcId="{3A7577CB-A729-C242-AA29-416682A05987}" destId="{043AD5D2-4C9D-284A-9C59-6511E08BED0C}" srcOrd="0" destOrd="0" presId="urn:microsoft.com/office/officeart/2005/8/layout/hProcess9"/>
    <dgm:cxn modelId="{790C0F63-CFBC-E34F-BD18-0B35A50F86C6}" srcId="{211CBE73-C248-7049-AE09-342C3E0ECED3}" destId="{E268EE45-CFCE-2441-AF90-3CC90BB8EFFD}" srcOrd="0" destOrd="0" parTransId="{E076EA59-E3DA-444D-8704-A5E29369AFD3}" sibTransId="{E03C12ED-421B-DF45-B0A6-334838D3B7D8}"/>
    <dgm:cxn modelId="{C392A66F-7F59-3F4C-885F-13474CFA65A4}" type="presOf" srcId="{E268EE45-CFCE-2441-AF90-3CC90BB8EFFD}" destId="{1EAED240-41E0-C844-8A7D-953AF5BF78E2}" srcOrd="0" destOrd="0" presId="urn:microsoft.com/office/officeart/2005/8/layout/hProcess9"/>
    <dgm:cxn modelId="{3B1F5378-46C4-CC46-9230-FD1D1A55F93C}" srcId="{211CBE73-C248-7049-AE09-342C3E0ECED3}" destId="{FAC512A7-B6D5-4048-A679-B2A73AE7BB81}" srcOrd="1" destOrd="0" parTransId="{4109E8F3-811A-9F40-B401-A04CCC962023}" sibTransId="{0A3E9B15-8944-E044-872C-00AE9B18DF8A}"/>
    <dgm:cxn modelId="{9641B08E-022E-ED43-9CAE-099279FFCA9F}" type="presOf" srcId="{79BC5B74-9280-E347-BF83-980A66AC345D}" destId="{231E41AC-931C-F54D-8F1A-30E5F0CD8A03}" srcOrd="0" destOrd="0" presId="urn:microsoft.com/office/officeart/2005/8/layout/hProcess9"/>
    <dgm:cxn modelId="{73ED28B5-CD2F-D243-8C12-D700FE5A8B35}" srcId="{211CBE73-C248-7049-AE09-342C3E0ECED3}" destId="{79BC5B74-9280-E347-BF83-980A66AC345D}" srcOrd="2" destOrd="0" parTransId="{10E120CB-7D5F-B544-849F-D2FD6BA7C547}" sibTransId="{25766709-B131-8649-9016-F8B35D2105B5}"/>
    <dgm:cxn modelId="{3D1FA6B6-FA11-4141-843D-3E72608188A6}" type="presOf" srcId="{211CBE73-C248-7049-AE09-342C3E0ECED3}" destId="{24159F25-AFF8-2940-909D-3DC4808313E3}" srcOrd="0" destOrd="0" presId="urn:microsoft.com/office/officeart/2005/8/layout/hProcess9"/>
    <dgm:cxn modelId="{DB5AF2CE-CFE2-594F-B8AE-73FE716319B9}" type="presOf" srcId="{FAC512A7-B6D5-4048-A679-B2A73AE7BB81}" destId="{9FFBC4F4-AE27-1741-8F44-AAC425E8F12A}" srcOrd="0" destOrd="0" presId="urn:microsoft.com/office/officeart/2005/8/layout/hProcess9"/>
    <dgm:cxn modelId="{85F4D6E4-DD6F-1546-9428-9350AEF59EF3}" srcId="{211CBE73-C248-7049-AE09-342C3E0ECED3}" destId="{3A7577CB-A729-C242-AA29-416682A05987}" srcOrd="3" destOrd="0" parTransId="{540D161E-465B-9F45-9DB1-9A301251BE6B}" sibTransId="{AB6EA4EA-99B2-D243-AC0F-5B6C69E0B102}"/>
    <dgm:cxn modelId="{CCFB18EC-F376-0043-8CBC-24A4CC133BBF}" type="presOf" srcId="{95B64D1A-A1F9-5A40-ADE6-B400C86D4749}" destId="{353320B7-18FC-0749-9C28-C62E87E1076B}" srcOrd="0" destOrd="0" presId="urn:microsoft.com/office/officeart/2005/8/layout/hProcess9"/>
    <dgm:cxn modelId="{95C64E27-7E63-5C4E-A062-C10EB8236F34}" type="presParOf" srcId="{24159F25-AFF8-2940-909D-3DC4808313E3}" destId="{5740DD5C-F1D7-5044-A618-248D8FEF9FDD}" srcOrd="0" destOrd="0" presId="urn:microsoft.com/office/officeart/2005/8/layout/hProcess9"/>
    <dgm:cxn modelId="{06C87BD0-42B6-734C-B67B-6C2C10E1C06D}" type="presParOf" srcId="{24159F25-AFF8-2940-909D-3DC4808313E3}" destId="{47A65400-6099-664E-AC55-CF6077041A8E}" srcOrd="1" destOrd="0" presId="urn:microsoft.com/office/officeart/2005/8/layout/hProcess9"/>
    <dgm:cxn modelId="{6D9E66F7-AAA4-9E41-A10E-CE5196B07517}" type="presParOf" srcId="{47A65400-6099-664E-AC55-CF6077041A8E}" destId="{1EAED240-41E0-C844-8A7D-953AF5BF78E2}" srcOrd="0" destOrd="0" presId="urn:microsoft.com/office/officeart/2005/8/layout/hProcess9"/>
    <dgm:cxn modelId="{C0D9801A-937F-C945-B7A4-C08C73B22813}" type="presParOf" srcId="{47A65400-6099-664E-AC55-CF6077041A8E}" destId="{C6F0802F-28E2-5C49-8974-AB674553476C}" srcOrd="1" destOrd="0" presId="urn:microsoft.com/office/officeart/2005/8/layout/hProcess9"/>
    <dgm:cxn modelId="{78FD9113-6533-ED4A-9E6B-EC2254746F0D}" type="presParOf" srcId="{47A65400-6099-664E-AC55-CF6077041A8E}" destId="{9FFBC4F4-AE27-1741-8F44-AAC425E8F12A}" srcOrd="2" destOrd="0" presId="urn:microsoft.com/office/officeart/2005/8/layout/hProcess9"/>
    <dgm:cxn modelId="{D2AEC1EC-BA23-284D-A465-8D24E838E3A7}" type="presParOf" srcId="{47A65400-6099-664E-AC55-CF6077041A8E}" destId="{3AB941BF-AF0C-024A-95BC-722A6B13158C}" srcOrd="3" destOrd="0" presId="urn:microsoft.com/office/officeart/2005/8/layout/hProcess9"/>
    <dgm:cxn modelId="{F9E88341-FED6-A143-A0DB-C77C66196821}" type="presParOf" srcId="{47A65400-6099-664E-AC55-CF6077041A8E}" destId="{231E41AC-931C-F54D-8F1A-30E5F0CD8A03}" srcOrd="4" destOrd="0" presId="urn:microsoft.com/office/officeart/2005/8/layout/hProcess9"/>
    <dgm:cxn modelId="{D530F0A7-A041-F440-901A-7F6E14D7D289}" type="presParOf" srcId="{47A65400-6099-664E-AC55-CF6077041A8E}" destId="{01CBE454-9AE7-4B4D-9D68-489C5C42E71F}" srcOrd="5" destOrd="0" presId="urn:microsoft.com/office/officeart/2005/8/layout/hProcess9"/>
    <dgm:cxn modelId="{C2A12ABA-64B5-1745-8743-67F46629045A}" type="presParOf" srcId="{47A65400-6099-664E-AC55-CF6077041A8E}" destId="{043AD5D2-4C9D-284A-9C59-6511E08BED0C}" srcOrd="6" destOrd="0" presId="urn:microsoft.com/office/officeart/2005/8/layout/hProcess9"/>
    <dgm:cxn modelId="{8BBC6D4B-1277-5B41-A8E4-F4BF4B7731EF}" type="presParOf" srcId="{47A65400-6099-664E-AC55-CF6077041A8E}" destId="{75AF61EB-BC3B-0A43-B41F-8B48213D1EAF}" srcOrd="7" destOrd="0" presId="urn:microsoft.com/office/officeart/2005/8/layout/hProcess9"/>
    <dgm:cxn modelId="{33D405FA-09E2-7742-AFC8-1782D5DCCB41}" type="presParOf" srcId="{47A65400-6099-664E-AC55-CF6077041A8E}" destId="{353320B7-18FC-0749-9C28-C62E87E1076B}"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D8A226-D73B-46C7-8BFD-522E8BF005FA}" type="doc">
      <dgm:prSet loTypeId="urn:microsoft.com/office/officeart/2008/layout/HorizontalMultiLevelHierarchy" loCatId="hierarchy" qsTypeId="urn:microsoft.com/office/officeart/2005/8/quickstyle/simple1" qsCatId="simple" csTypeId="urn:microsoft.com/office/officeart/2005/8/colors/accent2_1" csCatId="accent2" phldr="1"/>
      <dgm:spPr/>
      <dgm:t>
        <a:bodyPr/>
        <a:lstStyle/>
        <a:p>
          <a:endParaRPr lang="es-MX"/>
        </a:p>
      </dgm:t>
    </dgm:pt>
    <dgm:pt modelId="{0FC54415-39B1-441D-9C2E-1A77AE80D780}">
      <dgm:prSet phldrT="[Texto]"/>
      <dgm:spPr/>
      <dgm:t>
        <a:bodyPr/>
        <a:lstStyle/>
        <a:p>
          <a:r>
            <a:rPr lang="es-MX" dirty="0"/>
            <a:t>Clasificación</a:t>
          </a:r>
        </a:p>
      </dgm:t>
    </dgm:pt>
    <dgm:pt modelId="{AA6B53F2-1E4D-4401-ADC6-29885363CCB9}" type="parTrans" cxnId="{692610B8-4F3D-4F61-9ED9-ECFF2AE92C93}">
      <dgm:prSet/>
      <dgm:spPr/>
      <dgm:t>
        <a:bodyPr/>
        <a:lstStyle/>
        <a:p>
          <a:endParaRPr lang="es-MX"/>
        </a:p>
      </dgm:t>
    </dgm:pt>
    <dgm:pt modelId="{6C7D5F48-500C-4F50-A21A-30803C4D1EA9}" type="sibTrans" cxnId="{692610B8-4F3D-4F61-9ED9-ECFF2AE92C93}">
      <dgm:prSet/>
      <dgm:spPr/>
      <dgm:t>
        <a:bodyPr/>
        <a:lstStyle/>
        <a:p>
          <a:endParaRPr lang="es-MX"/>
        </a:p>
      </dgm:t>
    </dgm:pt>
    <dgm:pt modelId="{14FAF0CB-C6F0-4833-AF03-951CBB90AE04}">
      <dgm:prSet phldrT="[Texto]"/>
      <dgm:spPr/>
      <dgm:t>
        <a:bodyPr/>
        <a:lstStyle/>
        <a:p>
          <a:r>
            <a:rPr lang="es-MX" dirty="0"/>
            <a:t>Binaria</a:t>
          </a:r>
        </a:p>
      </dgm:t>
    </dgm:pt>
    <dgm:pt modelId="{860155D9-52D6-42A4-A2E1-ED497D445FE3}" type="parTrans" cxnId="{94F62B8E-CBB8-4608-8A61-9D5188CF0496}">
      <dgm:prSet/>
      <dgm:spPr/>
      <dgm:t>
        <a:bodyPr/>
        <a:lstStyle/>
        <a:p>
          <a:endParaRPr lang="es-MX"/>
        </a:p>
      </dgm:t>
    </dgm:pt>
    <dgm:pt modelId="{69C98058-6C0E-4276-88FF-76FCFC8403AE}" type="sibTrans" cxnId="{94F62B8E-CBB8-4608-8A61-9D5188CF0496}">
      <dgm:prSet/>
      <dgm:spPr/>
      <dgm:t>
        <a:bodyPr/>
        <a:lstStyle/>
        <a:p>
          <a:endParaRPr lang="es-MX"/>
        </a:p>
      </dgm:t>
    </dgm:pt>
    <dgm:pt modelId="{AAD30F96-DDE4-42DD-B05F-6F1BE1457EFD}">
      <dgm:prSet phldrT="[Texto]"/>
      <dgm:spPr/>
      <dgm:t>
        <a:bodyPr/>
        <a:lstStyle/>
        <a:p>
          <a:r>
            <a:rPr lang="es-MX" dirty="0"/>
            <a:t>Multiclase</a:t>
          </a:r>
        </a:p>
      </dgm:t>
    </dgm:pt>
    <dgm:pt modelId="{F9BFDA9E-4A31-46CC-B8FE-FB55552596AE}" type="parTrans" cxnId="{B50B92FE-8491-4AC1-87E1-9AD49094F58F}">
      <dgm:prSet/>
      <dgm:spPr/>
      <dgm:t>
        <a:bodyPr/>
        <a:lstStyle/>
        <a:p>
          <a:endParaRPr lang="es-MX"/>
        </a:p>
      </dgm:t>
    </dgm:pt>
    <dgm:pt modelId="{48185B9C-CBCE-48A9-B20B-2AA1A8667396}" type="sibTrans" cxnId="{B50B92FE-8491-4AC1-87E1-9AD49094F58F}">
      <dgm:prSet/>
      <dgm:spPr/>
      <dgm:t>
        <a:bodyPr/>
        <a:lstStyle/>
        <a:p>
          <a:endParaRPr lang="es-MX"/>
        </a:p>
      </dgm:t>
    </dgm:pt>
    <dgm:pt modelId="{F9B26DE2-C3E3-4A07-97FD-64B8B9233E95}" type="pres">
      <dgm:prSet presAssocID="{5ED8A226-D73B-46C7-8BFD-522E8BF005FA}" presName="Name0" presStyleCnt="0">
        <dgm:presLayoutVars>
          <dgm:chPref val="1"/>
          <dgm:dir/>
          <dgm:animOne val="branch"/>
          <dgm:animLvl val="lvl"/>
          <dgm:resizeHandles val="exact"/>
        </dgm:presLayoutVars>
      </dgm:prSet>
      <dgm:spPr/>
    </dgm:pt>
    <dgm:pt modelId="{BEAD3DB1-4B9C-4018-B809-688ACB424AEE}" type="pres">
      <dgm:prSet presAssocID="{0FC54415-39B1-441D-9C2E-1A77AE80D780}" presName="root1" presStyleCnt="0"/>
      <dgm:spPr/>
    </dgm:pt>
    <dgm:pt modelId="{A127163A-EE17-45C0-B721-1876687D4DB1}" type="pres">
      <dgm:prSet presAssocID="{0FC54415-39B1-441D-9C2E-1A77AE80D780}" presName="LevelOneTextNode" presStyleLbl="node0" presStyleIdx="0" presStyleCnt="1">
        <dgm:presLayoutVars>
          <dgm:chPref val="3"/>
        </dgm:presLayoutVars>
      </dgm:prSet>
      <dgm:spPr/>
    </dgm:pt>
    <dgm:pt modelId="{F84EF651-0A24-4E5F-919A-E41521DBCA9F}" type="pres">
      <dgm:prSet presAssocID="{0FC54415-39B1-441D-9C2E-1A77AE80D780}" presName="level2hierChild" presStyleCnt="0"/>
      <dgm:spPr/>
    </dgm:pt>
    <dgm:pt modelId="{76BF0D90-BE0C-44E5-9EA1-FFFC5158C3C4}" type="pres">
      <dgm:prSet presAssocID="{860155D9-52D6-42A4-A2E1-ED497D445FE3}" presName="conn2-1" presStyleLbl="parChTrans1D2" presStyleIdx="0" presStyleCnt="2"/>
      <dgm:spPr/>
    </dgm:pt>
    <dgm:pt modelId="{9FFC4B8C-813C-4583-BD60-5420B4F95C03}" type="pres">
      <dgm:prSet presAssocID="{860155D9-52D6-42A4-A2E1-ED497D445FE3}" presName="connTx" presStyleLbl="parChTrans1D2" presStyleIdx="0" presStyleCnt="2"/>
      <dgm:spPr/>
    </dgm:pt>
    <dgm:pt modelId="{9C7E514B-BC0B-4707-90D5-7A606A1FEC79}" type="pres">
      <dgm:prSet presAssocID="{14FAF0CB-C6F0-4833-AF03-951CBB90AE04}" presName="root2" presStyleCnt="0"/>
      <dgm:spPr/>
    </dgm:pt>
    <dgm:pt modelId="{0E6DDCB4-11DB-44B6-A2C2-EEFC75CC1CA7}" type="pres">
      <dgm:prSet presAssocID="{14FAF0CB-C6F0-4833-AF03-951CBB90AE04}" presName="LevelTwoTextNode" presStyleLbl="node2" presStyleIdx="0" presStyleCnt="2">
        <dgm:presLayoutVars>
          <dgm:chPref val="3"/>
        </dgm:presLayoutVars>
      </dgm:prSet>
      <dgm:spPr/>
    </dgm:pt>
    <dgm:pt modelId="{0046890C-32F4-46FC-A92B-7C3BDB817735}" type="pres">
      <dgm:prSet presAssocID="{14FAF0CB-C6F0-4833-AF03-951CBB90AE04}" presName="level3hierChild" presStyleCnt="0"/>
      <dgm:spPr/>
    </dgm:pt>
    <dgm:pt modelId="{6C697ACF-584B-4593-882F-703AD20F7E0E}" type="pres">
      <dgm:prSet presAssocID="{F9BFDA9E-4A31-46CC-B8FE-FB55552596AE}" presName="conn2-1" presStyleLbl="parChTrans1D2" presStyleIdx="1" presStyleCnt="2"/>
      <dgm:spPr/>
    </dgm:pt>
    <dgm:pt modelId="{DB0F126D-67D7-42B6-9A42-20271A82C2E0}" type="pres">
      <dgm:prSet presAssocID="{F9BFDA9E-4A31-46CC-B8FE-FB55552596AE}" presName="connTx" presStyleLbl="parChTrans1D2" presStyleIdx="1" presStyleCnt="2"/>
      <dgm:spPr/>
    </dgm:pt>
    <dgm:pt modelId="{919F6EE7-39D0-4DFA-9FB8-A62C50E99F1E}" type="pres">
      <dgm:prSet presAssocID="{AAD30F96-DDE4-42DD-B05F-6F1BE1457EFD}" presName="root2" presStyleCnt="0"/>
      <dgm:spPr/>
    </dgm:pt>
    <dgm:pt modelId="{1A08FA0F-A7A2-4C23-B17B-3F3F746CBA2F}" type="pres">
      <dgm:prSet presAssocID="{AAD30F96-DDE4-42DD-B05F-6F1BE1457EFD}" presName="LevelTwoTextNode" presStyleLbl="node2" presStyleIdx="1" presStyleCnt="2">
        <dgm:presLayoutVars>
          <dgm:chPref val="3"/>
        </dgm:presLayoutVars>
      </dgm:prSet>
      <dgm:spPr/>
    </dgm:pt>
    <dgm:pt modelId="{FADA84DC-4085-4B48-ACDE-8271D931ACF2}" type="pres">
      <dgm:prSet presAssocID="{AAD30F96-DDE4-42DD-B05F-6F1BE1457EFD}" presName="level3hierChild" presStyleCnt="0"/>
      <dgm:spPr/>
    </dgm:pt>
  </dgm:ptLst>
  <dgm:cxnLst>
    <dgm:cxn modelId="{2FBF7815-28DC-42B6-991A-E4FC3128A899}" type="presOf" srcId="{860155D9-52D6-42A4-A2E1-ED497D445FE3}" destId="{76BF0D90-BE0C-44E5-9EA1-FFFC5158C3C4}" srcOrd="0" destOrd="0" presId="urn:microsoft.com/office/officeart/2008/layout/HorizontalMultiLevelHierarchy"/>
    <dgm:cxn modelId="{6213A028-5B90-45DA-9EE0-8E5A5F48FDC5}" type="presOf" srcId="{F9BFDA9E-4A31-46CC-B8FE-FB55552596AE}" destId="{DB0F126D-67D7-42B6-9A42-20271A82C2E0}" srcOrd="1" destOrd="0" presId="urn:microsoft.com/office/officeart/2008/layout/HorizontalMultiLevelHierarchy"/>
    <dgm:cxn modelId="{F088BE4E-B0B0-4A80-9978-2CE2F2353ADA}" type="presOf" srcId="{14FAF0CB-C6F0-4833-AF03-951CBB90AE04}" destId="{0E6DDCB4-11DB-44B6-A2C2-EEFC75CC1CA7}" srcOrd="0" destOrd="0" presId="urn:microsoft.com/office/officeart/2008/layout/HorizontalMultiLevelHierarchy"/>
    <dgm:cxn modelId="{94F62B8E-CBB8-4608-8A61-9D5188CF0496}" srcId="{0FC54415-39B1-441D-9C2E-1A77AE80D780}" destId="{14FAF0CB-C6F0-4833-AF03-951CBB90AE04}" srcOrd="0" destOrd="0" parTransId="{860155D9-52D6-42A4-A2E1-ED497D445FE3}" sibTransId="{69C98058-6C0E-4276-88FF-76FCFC8403AE}"/>
    <dgm:cxn modelId="{8622459F-69EC-4C42-A18C-8EB50634DAF3}" type="presOf" srcId="{AAD30F96-DDE4-42DD-B05F-6F1BE1457EFD}" destId="{1A08FA0F-A7A2-4C23-B17B-3F3F746CBA2F}" srcOrd="0" destOrd="0" presId="urn:microsoft.com/office/officeart/2008/layout/HorizontalMultiLevelHierarchy"/>
    <dgm:cxn modelId="{F94FBFB7-E4B8-428B-A822-1B4F527D0E4E}" type="presOf" srcId="{5ED8A226-D73B-46C7-8BFD-522E8BF005FA}" destId="{F9B26DE2-C3E3-4A07-97FD-64B8B9233E95}" srcOrd="0" destOrd="0" presId="urn:microsoft.com/office/officeart/2008/layout/HorizontalMultiLevelHierarchy"/>
    <dgm:cxn modelId="{692610B8-4F3D-4F61-9ED9-ECFF2AE92C93}" srcId="{5ED8A226-D73B-46C7-8BFD-522E8BF005FA}" destId="{0FC54415-39B1-441D-9C2E-1A77AE80D780}" srcOrd="0" destOrd="0" parTransId="{AA6B53F2-1E4D-4401-ADC6-29885363CCB9}" sibTransId="{6C7D5F48-500C-4F50-A21A-30803C4D1EA9}"/>
    <dgm:cxn modelId="{BFEF1EBF-FA0D-485A-B2A3-CEFF2F851709}" type="presOf" srcId="{0FC54415-39B1-441D-9C2E-1A77AE80D780}" destId="{A127163A-EE17-45C0-B721-1876687D4DB1}" srcOrd="0" destOrd="0" presId="urn:microsoft.com/office/officeart/2008/layout/HorizontalMultiLevelHierarchy"/>
    <dgm:cxn modelId="{124C0EC8-0890-4633-AAEB-8B2FDC14423D}" type="presOf" srcId="{F9BFDA9E-4A31-46CC-B8FE-FB55552596AE}" destId="{6C697ACF-584B-4593-882F-703AD20F7E0E}" srcOrd="0" destOrd="0" presId="urn:microsoft.com/office/officeart/2008/layout/HorizontalMultiLevelHierarchy"/>
    <dgm:cxn modelId="{59458FF6-E3BA-4212-8DE2-35FBBF24064A}" type="presOf" srcId="{860155D9-52D6-42A4-A2E1-ED497D445FE3}" destId="{9FFC4B8C-813C-4583-BD60-5420B4F95C03}" srcOrd="1" destOrd="0" presId="urn:microsoft.com/office/officeart/2008/layout/HorizontalMultiLevelHierarchy"/>
    <dgm:cxn modelId="{B50B92FE-8491-4AC1-87E1-9AD49094F58F}" srcId="{0FC54415-39B1-441D-9C2E-1A77AE80D780}" destId="{AAD30F96-DDE4-42DD-B05F-6F1BE1457EFD}" srcOrd="1" destOrd="0" parTransId="{F9BFDA9E-4A31-46CC-B8FE-FB55552596AE}" sibTransId="{48185B9C-CBCE-48A9-B20B-2AA1A8667396}"/>
    <dgm:cxn modelId="{E516FA3F-22BF-4DEF-BC7C-5D49FB94689A}" type="presParOf" srcId="{F9B26DE2-C3E3-4A07-97FD-64B8B9233E95}" destId="{BEAD3DB1-4B9C-4018-B809-688ACB424AEE}" srcOrd="0" destOrd="0" presId="urn:microsoft.com/office/officeart/2008/layout/HorizontalMultiLevelHierarchy"/>
    <dgm:cxn modelId="{BE21EF2E-1E93-4091-9A92-4FA8A9BB7632}" type="presParOf" srcId="{BEAD3DB1-4B9C-4018-B809-688ACB424AEE}" destId="{A127163A-EE17-45C0-B721-1876687D4DB1}" srcOrd="0" destOrd="0" presId="urn:microsoft.com/office/officeart/2008/layout/HorizontalMultiLevelHierarchy"/>
    <dgm:cxn modelId="{6125B0C5-2B52-4513-83D6-C3260F068B0B}" type="presParOf" srcId="{BEAD3DB1-4B9C-4018-B809-688ACB424AEE}" destId="{F84EF651-0A24-4E5F-919A-E41521DBCA9F}" srcOrd="1" destOrd="0" presId="urn:microsoft.com/office/officeart/2008/layout/HorizontalMultiLevelHierarchy"/>
    <dgm:cxn modelId="{24053D2B-E7FA-49D1-A03E-8C3F55B5AE6B}" type="presParOf" srcId="{F84EF651-0A24-4E5F-919A-E41521DBCA9F}" destId="{76BF0D90-BE0C-44E5-9EA1-FFFC5158C3C4}" srcOrd="0" destOrd="0" presId="urn:microsoft.com/office/officeart/2008/layout/HorizontalMultiLevelHierarchy"/>
    <dgm:cxn modelId="{CE92B7E3-CC45-41E5-B8E9-6AD322F8473D}" type="presParOf" srcId="{76BF0D90-BE0C-44E5-9EA1-FFFC5158C3C4}" destId="{9FFC4B8C-813C-4583-BD60-5420B4F95C03}" srcOrd="0" destOrd="0" presId="urn:microsoft.com/office/officeart/2008/layout/HorizontalMultiLevelHierarchy"/>
    <dgm:cxn modelId="{8DE40BB9-B9B6-4AAC-B442-008301017E06}" type="presParOf" srcId="{F84EF651-0A24-4E5F-919A-E41521DBCA9F}" destId="{9C7E514B-BC0B-4707-90D5-7A606A1FEC79}" srcOrd="1" destOrd="0" presId="urn:microsoft.com/office/officeart/2008/layout/HorizontalMultiLevelHierarchy"/>
    <dgm:cxn modelId="{FA836DE5-43FE-483F-8C8F-0B722053AECC}" type="presParOf" srcId="{9C7E514B-BC0B-4707-90D5-7A606A1FEC79}" destId="{0E6DDCB4-11DB-44B6-A2C2-EEFC75CC1CA7}" srcOrd="0" destOrd="0" presId="urn:microsoft.com/office/officeart/2008/layout/HorizontalMultiLevelHierarchy"/>
    <dgm:cxn modelId="{1D468253-2949-4479-86E9-18F7C97CD099}" type="presParOf" srcId="{9C7E514B-BC0B-4707-90D5-7A606A1FEC79}" destId="{0046890C-32F4-46FC-A92B-7C3BDB817735}" srcOrd="1" destOrd="0" presId="urn:microsoft.com/office/officeart/2008/layout/HorizontalMultiLevelHierarchy"/>
    <dgm:cxn modelId="{B9F3B4D7-0C2B-4479-91E6-6F74C8A862D0}" type="presParOf" srcId="{F84EF651-0A24-4E5F-919A-E41521DBCA9F}" destId="{6C697ACF-584B-4593-882F-703AD20F7E0E}" srcOrd="2" destOrd="0" presId="urn:microsoft.com/office/officeart/2008/layout/HorizontalMultiLevelHierarchy"/>
    <dgm:cxn modelId="{A6FA0616-5FA9-44EC-B9BE-1B9B4BDD8DF6}" type="presParOf" srcId="{6C697ACF-584B-4593-882F-703AD20F7E0E}" destId="{DB0F126D-67D7-42B6-9A42-20271A82C2E0}" srcOrd="0" destOrd="0" presId="urn:microsoft.com/office/officeart/2008/layout/HorizontalMultiLevelHierarchy"/>
    <dgm:cxn modelId="{5D3849FB-82B8-451B-A93E-379B3AA98D1F}" type="presParOf" srcId="{F84EF651-0A24-4E5F-919A-E41521DBCA9F}" destId="{919F6EE7-39D0-4DFA-9FB8-A62C50E99F1E}" srcOrd="3" destOrd="0" presId="urn:microsoft.com/office/officeart/2008/layout/HorizontalMultiLevelHierarchy"/>
    <dgm:cxn modelId="{6FCA937B-A06B-4CAB-947C-4D6DBCB51679}" type="presParOf" srcId="{919F6EE7-39D0-4DFA-9FB8-A62C50E99F1E}" destId="{1A08FA0F-A7A2-4C23-B17B-3F3F746CBA2F}" srcOrd="0" destOrd="0" presId="urn:microsoft.com/office/officeart/2008/layout/HorizontalMultiLevelHierarchy"/>
    <dgm:cxn modelId="{4F643B39-A9AC-4012-967D-3484F6087350}" type="presParOf" srcId="{919F6EE7-39D0-4DFA-9FB8-A62C50E99F1E}" destId="{FADA84DC-4085-4B48-ACDE-8271D931ACF2}"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54A0A5-3E12-4097-9788-A5B62B7FFD07}" type="doc">
      <dgm:prSet loTypeId="urn:microsoft.com/office/officeart/2005/8/layout/orgChart1" loCatId="hierarchy" qsTypeId="urn:microsoft.com/office/officeart/2005/8/quickstyle/simple1" qsCatId="simple" csTypeId="urn:microsoft.com/office/officeart/2005/8/colors/accent2_1" csCatId="accent2" phldr="1"/>
      <dgm:spPr/>
      <dgm:t>
        <a:bodyPr/>
        <a:lstStyle/>
        <a:p>
          <a:endParaRPr lang="es-MX"/>
        </a:p>
      </dgm:t>
    </dgm:pt>
    <dgm:pt modelId="{410C817F-0E55-4DCE-A722-FECE7A2E5FA3}">
      <dgm:prSet phldrT="[Texto]"/>
      <dgm:spPr/>
      <dgm:t>
        <a:bodyPr/>
        <a:lstStyle/>
        <a:p>
          <a:r>
            <a:rPr lang="es-MX" b="1" dirty="0"/>
            <a:t>Clasificadores</a:t>
          </a:r>
        </a:p>
      </dgm:t>
    </dgm:pt>
    <dgm:pt modelId="{CA5F5430-5730-4B92-8CEE-B4946468D562}" type="parTrans" cxnId="{D8AA41B3-FF6E-44AF-BA23-CE4067CFA3C2}">
      <dgm:prSet/>
      <dgm:spPr/>
      <dgm:t>
        <a:bodyPr/>
        <a:lstStyle/>
        <a:p>
          <a:endParaRPr lang="es-MX"/>
        </a:p>
      </dgm:t>
    </dgm:pt>
    <dgm:pt modelId="{27B5E888-0830-4818-9706-A7F8E4EE8C9E}" type="sibTrans" cxnId="{D8AA41B3-FF6E-44AF-BA23-CE4067CFA3C2}">
      <dgm:prSet/>
      <dgm:spPr/>
      <dgm:t>
        <a:bodyPr/>
        <a:lstStyle/>
        <a:p>
          <a:endParaRPr lang="es-MX"/>
        </a:p>
      </dgm:t>
    </dgm:pt>
    <dgm:pt modelId="{C5EE043E-8464-4B04-86F9-6F579A0EC99E}">
      <dgm:prSet phldrT="[Texto]"/>
      <dgm:spPr/>
      <dgm:t>
        <a:bodyPr/>
        <a:lstStyle/>
        <a:p>
          <a:r>
            <a:rPr lang="es-MX" i="0" u="sng" dirty="0"/>
            <a:t>Clasificadores “perezosos”</a:t>
          </a:r>
        </a:p>
      </dgm:t>
    </dgm:pt>
    <dgm:pt modelId="{18C3AC22-59CC-48A1-85D9-8381130CC9EF}" type="parTrans" cxnId="{2E654865-6B4F-46B6-B716-AC312C218553}">
      <dgm:prSet/>
      <dgm:spPr/>
      <dgm:t>
        <a:bodyPr/>
        <a:lstStyle/>
        <a:p>
          <a:endParaRPr lang="es-MX"/>
        </a:p>
      </dgm:t>
    </dgm:pt>
    <dgm:pt modelId="{C3AE1BAB-E01A-4D84-8B8A-AED776C7DCCD}" type="sibTrans" cxnId="{2E654865-6B4F-46B6-B716-AC312C218553}">
      <dgm:prSet/>
      <dgm:spPr/>
      <dgm:t>
        <a:bodyPr/>
        <a:lstStyle/>
        <a:p>
          <a:endParaRPr lang="es-MX"/>
        </a:p>
      </dgm:t>
    </dgm:pt>
    <dgm:pt modelId="{D6F94021-5738-4145-9F1D-2FFA01997C12}">
      <dgm:prSet phldrT="[Texto]"/>
      <dgm:spPr/>
      <dgm:t>
        <a:bodyPr/>
        <a:lstStyle/>
        <a:p>
          <a:r>
            <a:rPr lang="es-MX" u="sng" dirty="0"/>
            <a:t>Clasificadores “voraces”</a:t>
          </a:r>
        </a:p>
      </dgm:t>
    </dgm:pt>
    <dgm:pt modelId="{6B90450A-FCDE-4FB2-A447-79FDCFAD2CD8}" type="parTrans" cxnId="{F2B33113-CA83-414B-A76D-EF1C61FAB308}">
      <dgm:prSet/>
      <dgm:spPr/>
      <dgm:t>
        <a:bodyPr/>
        <a:lstStyle/>
        <a:p>
          <a:endParaRPr lang="es-MX"/>
        </a:p>
      </dgm:t>
    </dgm:pt>
    <dgm:pt modelId="{CB1512FE-147B-4CA6-93D7-0AF0A472308A}" type="sibTrans" cxnId="{F2B33113-CA83-414B-A76D-EF1C61FAB308}">
      <dgm:prSet/>
      <dgm:spPr/>
      <dgm:t>
        <a:bodyPr/>
        <a:lstStyle/>
        <a:p>
          <a:endParaRPr lang="es-MX"/>
        </a:p>
      </dgm:t>
    </dgm:pt>
    <dgm:pt modelId="{6D51A4CA-4D54-45CD-B695-8BADCB010689}">
      <dgm:prSet phldrT="[Texto]"/>
      <dgm:spPr/>
      <dgm:t>
        <a:bodyPr/>
        <a:lstStyle/>
        <a:p>
          <a:r>
            <a:rPr lang="es-MX" i="1" dirty="0"/>
            <a:t>K Vecinos Más Cercanos (KNN)</a:t>
          </a:r>
        </a:p>
      </dgm:t>
    </dgm:pt>
    <dgm:pt modelId="{8C5D5D9E-0D82-4868-8BA7-C17462BDCADB}" type="parTrans" cxnId="{7DDEC4A8-EFDA-4B5E-9B7A-30B37C9594BA}">
      <dgm:prSet/>
      <dgm:spPr/>
      <dgm:t>
        <a:bodyPr/>
        <a:lstStyle/>
        <a:p>
          <a:endParaRPr lang="es-MX"/>
        </a:p>
      </dgm:t>
    </dgm:pt>
    <dgm:pt modelId="{BDFBE986-5D32-45B8-A697-69E0C8EE34D3}" type="sibTrans" cxnId="{7DDEC4A8-EFDA-4B5E-9B7A-30B37C9594BA}">
      <dgm:prSet/>
      <dgm:spPr/>
      <dgm:t>
        <a:bodyPr/>
        <a:lstStyle/>
        <a:p>
          <a:endParaRPr lang="es-MX"/>
        </a:p>
      </dgm:t>
    </dgm:pt>
    <dgm:pt modelId="{976CDCF5-C2A7-4D08-A793-89421D26B081}">
      <dgm:prSet phldrT="[Texto]"/>
      <dgm:spPr/>
      <dgm:t>
        <a:bodyPr/>
        <a:lstStyle/>
        <a:p>
          <a:r>
            <a:rPr lang="es-MX" i="1" dirty="0"/>
            <a:t>Aprendizaje basado en casos</a:t>
          </a:r>
        </a:p>
      </dgm:t>
    </dgm:pt>
    <dgm:pt modelId="{205B5E9B-D470-47BE-882F-11EE63341D80}" type="parTrans" cxnId="{1A8633CF-CCB0-4467-9886-A998AEB134FA}">
      <dgm:prSet/>
      <dgm:spPr/>
      <dgm:t>
        <a:bodyPr/>
        <a:lstStyle/>
        <a:p>
          <a:endParaRPr lang="es-MX"/>
        </a:p>
      </dgm:t>
    </dgm:pt>
    <dgm:pt modelId="{7481384D-0CAE-4229-BFB8-10F13BF82124}" type="sibTrans" cxnId="{1A8633CF-CCB0-4467-9886-A998AEB134FA}">
      <dgm:prSet/>
      <dgm:spPr/>
      <dgm:t>
        <a:bodyPr/>
        <a:lstStyle/>
        <a:p>
          <a:endParaRPr lang="es-MX"/>
        </a:p>
      </dgm:t>
    </dgm:pt>
    <dgm:pt modelId="{B920B49E-A7AB-4CC3-891A-4CF1B568BE63}">
      <dgm:prSet phldrT="[Texto]"/>
      <dgm:spPr/>
      <dgm:t>
        <a:bodyPr/>
        <a:lstStyle/>
        <a:p>
          <a:r>
            <a:rPr lang="es-MX" i="1" dirty="0" err="1"/>
            <a:t>Naive</a:t>
          </a:r>
          <a:r>
            <a:rPr lang="es-MX" i="1" dirty="0"/>
            <a:t> Bayes</a:t>
          </a:r>
        </a:p>
      </dgm:t>
    </dgm:pt>
    <dgm:pt modelId="{A27F4886-812E-4469-9BE4-63316C607FAC}" type="parTrans" cxnId="{1F252112-0C38-43FE-A73F-8A33337397D4}">
      <dgm:prSet/>
      <dgm:spPr/>
      <dgm:t>
        <a:bodyPr/>
        <a:lstStyle/>
        <a:p>
          <a:endParaRPr lang="es-MX"/>
        </a:p>
      </dgm:t>
    </dgm:pt>
    <dgm:pt modelId="{11A316A3-763A-49B2-A51A-1F4CC0CE1AF5}" type="sibTrans" cxnId="{1F252112-0C38-43FE-A73F-8A33337397D4}">
      <dgm:prSet/>
      <dgm:spPr/>
      <dgm:t>
        <a:bodyPr/>
        <a:lstStyle/>
        <a:p>
          <a:endParaRPr lang="es-MX"/>
        </a:p>
      </dgm:t>
    </dgm:pt>
    <dgm:pt modelId="{AB628645-72B2-40E6-ADDB-0BDD76054E13}">
      <dgm:prSet phldrT="[Texto]"/>
      <dgm:spPr/>
      <dgm:t>
        <a:bodyPr/>
        <a:lstStyle/>
        <a:p>
          <a:r>
            <a:rPr lang="es-MX" i="1" dirty="0"/>
            <a:t>Redes Neuronales Artificiales</a:t>
          </a:r>
        </a:p>
      </dgm:t>
    </dgm:pt>
    <dgm:pt modelId="{19BF402B-8C26-49D1-A241-4D9B202AC97B}" type="parTrans" cxnId="{E8BCAA53-0EA0-4CDA-A2A3-74D03EDBE4D9}">
      <dgm:prSet/>
      <dgm:spPr/>
      <dgm:t>
        <a:bodyPr/>
        <a:lstStyle/>
        <a:p>
          <a:endParaRPr lang="es-MX"/>
        </a:p>
      </dgm:t>
    </dgm:pt>
    <dgm:pt modelId="{AD70C7F7-829B-4B77-94BD-D2C137D7BDCF}" type="sibTrans" cxnId="{E8BCAA53-0EA0-4CDA-A2A3-74D03EDBE4D9}">
      <dgm:prSet/>
      <dgm:spPr/>
      <dgm:t>
        <a:bodyPr/>
        <a:lstStyle/>
        <a:p>
          <a:endParaRPr lang="es-MX"/>
        </a:p>
      </dgm:t>
    </dgm:pt>
    <dgm:pt modelId="{D060E1B9-E0C2-4365-9C70-A4366D10D8F1}">
      <dgm:prSet phldrT="[Texto]"/>
      <dgm:spPr/>
      <dgm:t>
        <a:bodyPr/>
        <a:lstStyle/>
        <a:p>
          <a:r>
            <a:rPr lang="es-MX" i="1" dirty="0"/>
            <a:t>Máquinas de Vectores de Soporte</a:t>
          </a:r>
        </a:p>
      </dgm:t>
    </dgm:pt>
    <dgm:pt modelId="{A1FB6FC3-F903-4597-8721-0C56F457562E}" type="parTrans" cxnId="{D7352E17-9625-4B6F-B993-7884BE4A793B}">
      <dgm:prSet/>
      <dgm:spPr/>
      <dgm:t>
        <a:bodyPr/>
        <a:lstStyle/>
        <a:p>
          <a:endParaRPr lang="es-MX"/>
        </a:p>
      </dgm:t>
    </dgm:pt>
    <dgm:pt modelId="{0407D867-11B9-49BB-9C65-9F9442A97730}" type="sibTrans" cxnId="{D7352E17-9625-4B6F-B993-7884BE4A793B}">
      <dgm:prSet/>
      <dgm:spPr/>
      <dgm:t>
        <a:bodyPr/>
        <a:lstStyle/>
        <a:p>
          <a:endParaRPr lang="es-MX"/>
        </a:p>
      </dgm:t>
    </dgm:pt>
    <dgm:pt modelId="{214DE1E9-C4AD-4ABB-8545-C49062EF9A78}">
      <dgm:prSet phldrT="[Texto]"/>
      <dgm:spPr/>
      <dgm:t>
        <a:bodyPr/>
        <a:lstStyle/>
        <a:p>
          <a:r>
            <a:rPr lang="es-MX" i="1" dirty="0"/>
            <a:t>Árboles de decisión</a:t>
          </a:r>
        </a:p>
      </dgm:t>
    </dgm:pt>
    <dgm:pt modelId="{6F32BE2B-7F2F-4C6A-9144-2CD5B7BA5F80}" type="parTrans" cxnId="{6750D8D9-4DBF-4082-879D-13E06F6F4C21}">
      <dgm:prSet/>
      <dgm:spPr/>
      <dgm:t>
        <a:bodyPr/>
        <a:lstStyle/>
        <a:p>
          <a:endParaRPr lang="es-MX"/>
        </a:p>
      </dgm:t>
    </dgm:pt>
    <dgm:pt modelId="{DB8E4D96-1836-4FF2-9B6D-52D180BB45EB}" type="sibTrans" cxnId="{6750D8D9-4DBF-4082-879D-13E06F6F4C21}">
      <dgm:prSet/>
      <dgm:spPr/>
      <dgm:t>
        <a:bodyPr/>
        <a:lstStyle/>
        <a:p>
          <a:endParaRPr lang="es-MX"/>
        </a:p>
      </dgm:t>
    </dgm:pt>
    <dgm:pt modelId="{27C149DF-E444-433C-960B-90A60A271308}" type="pres">
      <dgm:prSet presAssocID="{0654A0A5-3E12-4097-9788-A5B62B7FFD07}" presName="hierChild1" presStyleCnt="0">
        <dgm:presLayoutVars>
          <dgm:orgChart val="1"/>
          <dgm:chPref val="1"/>
          <dgm:dir/>
          <dgm:animOne val="branch"/>
          <dgm:animLvl val="lvl"/>
          <dgm:resizeHandles/>
        </dgm:presLayoutVars>
      </dgm:prSet>
      <dgm:spPr/>
    </dgm:pt>
    <dgm:pt modelId="{19093258-97FB-4B16-8259-CD6294CA23E3}" type="pres">
      <dgm:prSet presAssocID="{410C817F-0E55-4DCE-A722-FECE7A2E5FA3}" presName="hierRoot1" presStyleCnt="0">
        <dgm:presLayoutVars>
          <dgm:hierBranch val="init"/>
        </dgm:presLayoutVars>
      </dgm:prSet>
      <dgm:spPr/>
    </dgm:pt>
    <dgm:pt modelId="{DAC97ED5-484D-4F39-B46E-34792D9BB026}" type="pres">
      <dgm:prSet presAssocID="{410C817F-0E55-4DCE-A722-FECE7A2E5FA3}" presName="rootComposite1" presStyleCnt="0"/>
      <dgm:spPr/>
    </dgm:pt>
    <dgm:pt modelId="{38D5752A-A6F2-4D3C-BEA7-436F1A111EB0}" type="pres">
      <dgm:prSet presAssocID="{410C817F-0E55-4DCE-A722-FECE7A2E5FA3}" presName="rootText1" presStyleLbl="node0" presStyleIdx="0" presStyleCnt="1">
        <dgm:presLayoutVars>
          <dgm:chPref val="3"/>
        </dgm:presLayoutVars>
      </dgm:prSet>
      <dgm:spPr/>
    </dgm:pt>
    <dgm:pt modelId="{5C7B2C74-2838-4345-AFA7-1552A5860FE4}" type="pres">
      <dgm:prSet presAssocID="{410C817F-0E55-4DCE-A722-FECE7A2E5FA3}" presName="rootConnector1" presStyleLbl="node1" presStyleIdx="0" presStyleCnt="0"/>
      <dgm:spPr/>
    </dgm:pt>
    <dgm:pt modelId="{F912F923-3364-4A5B-B136-FA8A43F3DAF2}" type="pres">
      <dgm:prSet presAssocID="{410C817F-0E55-4DCE-A722-FECE7A2E5FA3}" presName="hierChild2" presStyleCnt="0"/>
      <dgm:spPr/>
    </dgm:pt>
    <dgm:pt modelId="{5E363A7E-A3BF-4D7E-A706-0F278F2233FB}" type="pres">
      <dgm:prSet presAssocID="{18C3AC22-59CC-48A1-85D9-8381130CC9EF}" presName="Name37" presStyleLbl="parChTrans1D2" presStyleIdx="0" presStyleCnt="2"/>
      <dgm:spPr/>
    </dgm:pt>
    <dgm:pt modelId="{8A39AE6B-2B3A-44BE-93D3-A7F8BC247C45}" type="pres">
      <dgm:prSet presAssocID="{C5EE043E-8464-4B04-86F9-6F579A0EC99E}" presName="hierRoot2" presStyleCnt="0">
        <dgm:presLayoutVars>
          <dgm:hierBranch val="init"/>
        </dgm:presLayoutVars>
      </dgm:prSet>
      <dgm:spPr/>
    </dgm:pt>
    <dgm:pt modelId="{EEF2BAC8-4273-421B-A0C1-3829A3CDDD3A}" type="pres">
      <dgm:prSet presAssocID="{C5EE043E-8464-4B04-86F9-6F579A0EC99E}" presName="rootComposite" presStyleCnt="0"/>
      <dgm:spPr/>
    </dgm:pt>
    <dgm:pt modelId="{8ACDF764-7D28-449C-82B1-7DCB786868E0}" type="pres">
      <dgm:prSet presAssocID="{C5EE043E-8464-4B04-86F9-6F579A0EC99E}" presName="rootText" presStyleLbl="node2" presStyleIdx="0" presStyleCnt="2">
        <dgm:presLayoutVars>
          <dgm:chPref val="3"/>
        </dgm:presLayoutVars>
      </dgm:prSet>
      <dgm:spPr/>
    </dgm:pt>
    <dgm:pt modelId="{6C4B4ED6-D21D-4A82-9F8A-A5BEEBD694CF}" type="pres">
      <dgm:prSet presAssocID="{C5EE043E-8464-4B04-86F9-6F579A0EC99E}" presName="rootConnector" presStyleLbl="node2" presStyleIdx="0" presStyleCnt="2"/>
      <dgm:spPr/>
    </dgm:pt>
    <dgm:pt modelId="{DD4D5F29-F6D7-463C-9E60-375C1F6BE574}" type="pres">
      <dgm:prSet presAssocID="{C5EE043E-8464-4B04-86F9-6F579A0EC99E}" presName="hierChild4" presStyleCnt="0"/>
      <dgm:spPr/>
    </dgm:pt>
    <dgm:pt modelId="{8B50BD78-3F15-4260-994F-4185BD8BD7EE}" type="pres">
      <dgm:prSet presAssocID="{8C5D5D9E-0D82-4868-8BA7-C17462BDCADB}" presName="Name37" presStyleLbl="parChTrans1D3" presStyleIdx="0" presStyleCnt="6"/>
      <dgm:spPr/>
    </dgm:pt>
    <dgm:pt modelId="{CEB7E857-54A5-40E6-9DAD-B5F0100533F1}" type="pres">
      <dgm:prSet presAssocID="{6D51A4CA-4D54-45CD-B695-8BADCB010689}" presName="hierRoot2" presStyleCnt="0">
        <dgm:presLayoutVars>
          <dgm:hierBranch val="init"/>
        </dgm:presLayoutVars>
      </dgm:prSet>
      <dgm:spPr/>
    </dgm:pt>
    <dgm:pt modelId="{431D29D0-9432-4340-A672-FE0CD682B64B}" type="pres">
      <dgm:prSet presAssocID="{6D51A4CA-4D54-45CD-B695-8BADCB010689}" presName="rootComposite" presStyleCnt="0"/>
      <dgm:spPr/>
    </dgm:pt>
    <dgm:pt modelId="{86F3C186-7DE8-429D-9BAD-C67B7B47A5D9}" type="pres">
      <dgm:prSet presAssocID="{6D51A4CA-4D54-45CD-B695-8BADCB010689}" presName="rootText" presStyleLbl="node3" presStyleIdx="0" presStyleCnt="6">
        <dgm:presLayoutVars>
          <dgm:chPref val="3"/>
        </dgm:presLayoutVars>
      </dgm:prSet>
      <dgm:spPr/>
    </dgm:pt>
    <dgm:pt modelId="{148F51A3-99DB-4EAA-BD33-EA6923CBA0F9}" type="pres">
      <dgm:prSet presAssocID="{6D51A4CA-4D54-45CD-B695-8BADCB010689}" presName="rootConnector" presStyleLbl="node3" presStyleIdx="0" presStyleCnt="6"/>
      <dgm:spPr/>
    </dgm:pt>
    <dgm:pt modelId="{64DF31CB-DEF0-4B8F-AF76-451C1A7B5099}" type="pres">
      <dgm:prSet presAssocID="{6D51A4CA-4D54-45CD-B695-8BADCB010689}" presName="hierChild4" presStyleCnt="0"/>
      <dgm:spPr/>
    </dgm:pt>
    <dgm:pt modelId="{33F09374-BBBC-4FEC-A31F-B2F02CE9B80B}" type="pres">
      <dgm:prSet presAssocID="{6D51A4CA-4D54-45CD-B695-8BADCB010689}" presName="hierChild5" presStyleCnt="0"/>
      <dgm:spPr/>
    </dgm:pt>
    <dgm:pt modelId="{0F7D17BB-3B6F-4106-BFA6-CA2DA7041E98}" type="pres">
      <dgm:prSet presAssocID="{205B5E9B-D470-47BE-882F-11EE63341D80}" presName="Name37" presStyleLbl="parChTrans1D3" presStyleIdx="1" presStyleCnt="6"/>
      <dgm:spPr/>
    </dgm:pt>
    <dgm:pt modelId="{1D579D74-F664-481A-9CA7-FE2C05DB7ABB}" type="pres">
      <dgm:prSet presAssocID="{976CDCF5-C2A7-4D08-A793-89421D26B081}" presName="hierRoot2" presStyleCnt="0">
        <dgm:presLayoutVars>
          <dgm:hierBranch val="init"/>
        </dgm:presLayoutVars>
      </dgm:prSet>
      <dgm:spPr/>
    </dgm:pt>
    <dgm:pt modelId="{269CFC1E-C908-429D-AC16-DC3D2C7699F3}" type="pres">
      <dgm:prSet presAssocID="{976CDCF5-C2A7-4D08-A793-89421D26B081}" presName="rootComposite" presStyleCnt="0"/>
      <dgm:spPr/>
    </dgm:pt>
    <dgm:pt modelId="{3C7A258D-773E-40EC-84AF-2D10758C69DD}" type="pres">
      <dgm:prSet presAssocID="{976CDCF5-C2A7-4D08-A793-89421D26B081}" presName="rootText" presStyleLbl="node3" presStyleIdx="1" presStyleCnt="6">
        <dgm:presLayoutVars>
          <dgm:chPref val="3"/>
        </dgm:presLayoutVars>
      </dgm:prSet>
      <dgm:spPr/>
    </dgm:pt>
    <dgm:pt modelId="{6D4F2D75-DBF4-4800-AC3E-24A19617AF90}" type="pres">
      <dgm:prSet presAssocID="{976CDCF5-C2A7-4D08-A793-89421D26B081}" presName="rootConnector" presStyleLbl="node3" presStyleIdx="1" presStyleCnt="6"/>
      <dgm:spPr/>
    </dgm:pt>
    <dgm:pt modelId="{3E683987-3670-4DB1-9E21-80602B6AD33E}" type="pres">
      <dgm:prSet presAssocID="{976CDCF5-C2A7-4D08-A793-89421D26B081}" presName="hierChild4" presStyleCnt="0"/>
      <dgm:spPr/>
    </dgm:pt>
    <dgm:pt modelId="{B667AC6C-6967-4EE5-BC75-7306DDC0480C}" type="pres">
      <dgm:prSet presAssocID="{976CDCF5-C2A7-4D08-A793-89421D26B081}" presName="hierChild5" presStyleCnt="0"/>
      <dgm:spPr/>
    </dgm:pt>
    <dgm:pt modelId="{6DFC3018-D6F6-43DA-ADAB-E5819C9527B0}" type="pres">
      <dgm:prSet presAssocID="{C5EE043E-8464-4B04-86F9-6F579A0EC99E}" presName="hierChild5" presStyleCnt="0"/>
      <dgm:spPr/>
    </dgm:pt>
    <dgm:pt modelId="{B23E986F-ADC9-4D47-9055-7C3C6D2A652E}" type="pres">
      <dgm:prSet presAssocID="{6B90450A-FCDE-4FB2-A447-79FDCFAD2CD8}" presName="Name37" presStyleLbl="parChTrans1D2" presStyleIdx="1" presStyleCnt="2"/>
      <dgm:spPr/>
    </dgm:pt>
    <dgm:pt modelId="{A2BC3F91-05A4-4106-A608-C0B916967FC9}" type="pres">
      <dgm:prSet presAssocID="{D6F94021-5738-4145-9F1D-2FFA01997C12}" presName="hierRoot2" presStyleCnt="0">
        <dgm:presLayoutVars>
          <dgm:hierBranch val="init"/>
        </dgm:presLayoutVars>
      </dgm:prSet>
      <dgm:spPr/>
    </dgm:pt>
    <dgm:pt modelId="{5853FDCA-50F3-425E-8D01-FDD57A6FDA13}" type="pres">
      <dgm:prSet presAssocID="{D6F94021-5738-4145-9F1D-2FFA01997C12}" presName="rootComposite" presStyleCnt="0"/>
      <dgm:spPr/>
    </dgm:pt>
    <dgm:pt modelId="{F21B41C3-4A6F-47D3-A1BA-1B7DBCA569F1}" type="pres">
      <dgm:prSet presAssocID="{D6F94021-5738-4145-9F1D-2FFA01997C12}" presName="rootText" presStyleLbl="node2" presStyleIdx="1" presStyleCnt="2">
        <dgm:presLayoutVars>
          <dgm:chPref val="3"/>
        </dgm:presLayoutVars>
      </dgm:prSet>
      <dgm:spPr/>
    </dgm:pt>
    <dgm:pt modelId="{ED870BD6-DFEA-4362-AAC4-E4472721C5E6}" type="pres">
      <dgm:prSet presAssocID="{D6F94021-5738-4145-9F1D-2FFA01997C12}" presName="rootConnector" presStyleLbl="node2" presStyleIdx="1" presStyleCnt="2"/>
      <dgm:spPr/>
    </dgm:pt>
    <dgm:pt modelId="{FBB2ED64-EE6B-422E-A370-CAFECD7234C3}" type="pres">
      <dgm:prSet presAssocID="{D6F94021-5738-4145-9F1D-2FFA01997C12}" presName="hierChild4" presStyleCnt="0"/>
      <dgm:spPr/>
    </dgm:pt>
    <dgm:pt modelId="{312A9FD5-9731-448B-B8FF-09EEB5442613}" type="pres">
      <dgm:prSet presAssocID="{6F32BE2B-7F2F-4C6A-9144-2CD5B7BA5F80}" presName="Name37" presStyleLbl="parChTrans1D3" presStyleIdx="2" presStyleCnt="6"/>
      <dgm:spPr/>
    </dgm:pt>
    <dgm:pt modelId="{89479903-8D83-420F-BDCD-6EDC6AE8D221}" type="pres">
      <dgm:prSet presAssocID="{214DE1E9-C4AD-4ABB-8545-C49062EF9A78}" presName="hierRoot2" presStyleCnt="0">
        <dgm:presLayoutVars>
          <dgm:hierBranch val="init"/>
        </dgm:presLayoutVars>
      </dgm:prSet>
      <dgm:spPr/>
    </dgm:pt>
    <dgm:pt modelId="{D9C28BE0-F11A-4809-A714-CE29010633D0}" type="pres">
      <dgm:prSet presAssocID="{214DE1E9-C4AD-4ABB-8545-C49062EF9A78}" presName="rootComposite" presStyleCnt="0"/>
      <dgm:spPr/>
    </dgm:pt>
    <dgm:pt modelId="{1B9974D4-2786-49A9-AF07-DD94A6488060}" type="pres">
      <dgm:prSet presAssocID="{214DE1E9-C4AD-4ABB-8545-C49062EF9A78}" presName="rootText" presStyleLbl="node3" presStyleIdx="2" presStyleCnt="6">
        <dgm:presLayoutVars>
          <dgm:chPref val="3"/>
        </dgm:presLayoutVars>
      </dgm:prSet>
      <dgm:spPr/>
    </dgm:pt>
    <dgm:pt modelId="{308842D5-7612-4F2D-BF74-1754A2B3ACF8}" type="pres">
      <dgm:prSet presAssocID="{214DE1E9-C4AD-4ABB-8545-C49062EF9A78}" presName="rootConnector" presStyleLbl="node3" presStyleIdx="2" presStyleCnt="6"/>
      <dgm:spPr/>
    </dgm:pt>
    <dgm:pt modelId="{88B73406-EFA8-46DA-9945-A2697B1E1260}" type="pres">
      <dgm:prSet presAssocID="{214DE1E9-C4AD-4ABB-8545-C49062EF9A78}" presName="hierChild4" presStyleCnt="0"/>
      <dgm:spPr/>
    </dgm:pt>
    <dgm:pt modelId="{41F2BB4A-F88C-4398-9D4E-21D2B7E2DEE6}" type="pres">
      <dgm:prSet presAssocID="{214DE1E9-C4AD-4ABB-8545-C49062EF9A78}" presName="hierChild5" presStyleCnt="0"/>
      <dgm:spPr/>
    </dgm:pt>
    <dgm:pt modelId="{23E25B57-CC65-4E78-A82C-88AC6B3101EB}" type="pres">
      <dgm:prSet presAssocID="{A27F4886-812E-4469-9BE4-63316C607FAC}" presName="Name37" presStyleLbl="parChTrans1D3" presStyleIdx="3" presStyleCnt="6"/>
      <dgm:spPr/>
    </dgm:pt>
    <dgm:pt modelId="{5A059048-4CA4-4014-A3DB-C75DA219E2F7}" type="pres">
      <dgm:prSet presAssocID="{B920B49E-A7AB-4CC3-891A-4CF1B568BE63}" presName="hierRoot2" presStyleCnt="0">
        <dgm:presLayoutVars>
          <dgm:hierBranch val="init"/>
        </dgm:presLayoutVars>
      </dgm:prSet>
      <dgm:spPr/>
    </dgm:pt>
    <dgm:pt modelId="{9A8BEAD2-641B-4A6C-954C-19350375D88C}" type="pres">
      <dgm:prSet presAssocID="{B920B49E-A7AB-4CC3-891A-4CF1B568BE63}" presName="rootComposite" presStyleCnt="0"/>
      <dgm:spPr/>
    </dgm:pt>
    <dgm:pt modelId="{F7F93593-5269-4AE4-AAA8-92396B0F9451}" type="pres">
      <dgm:prSet presAssocID="{B920B49E-A7AB-4CC3-891A-4CF1B568BE63}" presName="rootText" presStyleLbl="node3" presStyleIdx="3" presStyleCnt="6">
        <dgm:presLayoutVars>
          <dgm:chPref val="3"/>
        </dgm:presLayoutVars>
      </dgm:prSet>
      <dgm:spPr/>
    </dgm:pt>
    <dgm:pt modelId="{A727928F-AB7E-430A-8D34-4DB7BB2D30ED}" type="pres">
      <dgm:prSet presAssocID="{B920B49E-A7AB-4CC3-891A-4CF1B568BE63}" presName="rootConnector" presStyleLbl="node3" presStyleIdx="3" presStyleCnt="6"/>
      <dgm:spPr/>
    </dgm:pt>
    <dgm:pt modelId="{292C0F07-8490-4F3A-81C0-87D1CA3D05E8}" type="pres">
      <dgm:prSet presAssocID="{B920B49E-A7AB-4CC3-891A-4CF1B568BE63}" presName="hierChild4" presStyleCnt="0"/>
      <dgm:spPr/>
    </dgm:pt>
    <dgm:pt modelId="{F2AE87E2-5EF6-4521-ACBA-3DBCEADDB598}" type="pres">
      <dgm:prSet presAssocID="{B920B49E-A7AB-4CC3-891A-4CF1B568BE63}" presName="hierChild5" presStyleCnt="0"/>
      <dgm:spPr/>
    </dgm:pt>
    <dgm:pt modelId="{B2536C9F-501E-4B2D-B091-3CCE46E21E69}" type="pres">
      <dgm:prSet presAssocID="{19BF402B-8C26-49D1-A241-4D9B202AC97B}" presName="Name37" presStyleLbl="parChTrans1D3" presStyleIdx="4" presStyleCnt="6"/>
      <dgm:spPr/>
    </dgm:pt>
    <dgm:pt modelId="{F56C0E61-56E2-4F50-9B0F-09C8A6B2D854}" type="pres">
      <dgm:prSet presAssocID="{AB628645-72B2-40E6-ADDB-0BDD76054E13}" presName="hierRoot2" presStyleCnt="0">
        <dgm:presLayoutVars>
          <dgm:hierBranch val="init"/>
        </dgm:presLayoutVars>
      </dgm:prSet>
      <dgm:spPr/>
    </dgm:pt>
    <dgm:pt modelId="{5F1AEF08-6042-4F7B-AFC1-18C12A72BC47}" type="pres">
      <dgm:prSet presAssocID="{AB628645-72B2-40E6-ADDB-0BDD76054E13}" presName="rootComposite" presStyleCnt="0"/>
      <dgm:spPr/>
    </dgm:pt>
    <dgm:pt modelId="{D5734728-6B43-42D3-8378-6AF7E4FA0E53}" type="pres">
      <dgm:prSet presAssocID="{AB628645-72B2-40E6-ADDB-0BDD76054E13}" presName="rootText" presStyleLbl="node3" presStyleIdx="4" presStyleCnt="6">
        <dgm:presLayoutVars>
          <dgm:chPref val="3"/>
        </dgm:presLayoutVars>
      </dgm:prSet>
      <dgm:spPr/>
    </dgm:pt>
    <dgm:pt modelId="{E954C5D7-3338-4E88-95AB-5FD9BAC92ED3}" type="pres">
      <dgm:prSet presAssocID="{AB628645-72B2-40E6-ADDB-0BDD76054E13}" presName="rootConnector" presStyleLbl="node3" presStyleIdx="4" presStyleCnt="6"/>
      <dgm:spPr/>
    </dgm:pt>
    <dgm:pt modelId="{4152782B-7F7C-428A-A303-B3C83D90A926}" type="pres">
      <dgm:prSet presAssocID="{AB628645-72B2-40E6-ADDB-0BDD76054E13}" presName="hierChild4" presStyleCnt="0"/>
      <dgm:spPr/>
    </dgm:pt>
    <dgm:pt modelId="{576BCE99-7D7E-42C0-8A6B-43FE9705F304}" type="pres">
      <dgm:prSet presAssocID="{AB628645-72B2-40E6-ADDB-0BDD76054E13}" presName="hierChild5" presStyleCnt="0"/>
      <dgm:spPr/>
    </dgm:pt>
    <dgm:pt modelId="{53BEBAA2-7C58-43FF-BE30-80EEA20E0AF2}" type="pres">
      <dgm:prSet presAssocID="{A1FB6FC3-F903-4597-8721-0C56F457562E}" presName="Name37" presStyleLbl="parChTrans1D3" presStyleIdx="5" presStyleCnt="6"/>
      <dgm:spPr/>
    </dgm:pt>
    <dgm:pt modelId="{219D1CEB-C8C5-4E63-A0EA-A028CF1498EA}" type="pres">
      <dgm:prSet presAssocID="{D060E1B9-E0C2-4365-9C70-A4366D10D8F1}" presName="hierRoot2" presStyleCnt="0">
        <dgm:presLayoutVars>
          <dgm:hierBranch val="init"/>
        </dgm:presLayoutVars>
      </dgm:prSet>
      <dgm:spPr/>
    </dgm:pt>
    <dgm:pt modelId="{91661F86-37CE-47AE-8C7A-452B33F7B8BA}" type="pres">
      <dgm:prSet presAssocID="{D060E1B9-E0C2-4365-9C70-A4366D10D8F1}" presName="rootComposite" presStyleCnt="0"/>
      <dgm:spPr/>
    </dgm:pt>
    <dgm:pt modelId="{751BCC82-BB1B-4CEA-9050-35F5577037D4}" type="pres">
      <dgm:prSet presAssocID="{D060E1B9-E0C2-4365-9C70-A4366D10D8F1}" presName="rootText" presStyleLbl="node3" presStyleIdx="5" presStyleCnt="6">
        <dgm:presLayoutVars>
          <dgm:chPref val="3"/>
        </dgm:presLayoutVars>
      </dgm:prSet>
      <dgm:spPr/>
    </dgm:pt>
    <dgm:pt modelId="{2F8A7C76-261E-481B-9BC1-ABFD1F4DFB78}" type="pres">
      <dgm:prSet presAssocID="{D060E1B9-E0C2-4365-9C70-A4366D10D8F1}" presName="rootConnector" presStyleLbl="node3" presStyleIdx="5" presStyleCnt="6"/>
      <dgm:spPr/>
    </dgm:pt>
    <dgm:pt modelId="{8BE27B15-E141-4F50-AD51-3499A4FD2075}" type="pres">
      <dgm:prSet presAssocID="{D060E1B9-E0C2-4365-9C70-A4366D10D8F1}" presName="hierChild4" presStyleCnt="0"/>
      <dgm:spPr/>
    </dgm:pt>
    <dgm:pt modelId="{CDA5A026-EF5D-4491-996D-D3D2B37D7A4F}" type="pres">
      <dgm:prSet presAssocID="{D060E1B9-E0C2-4365-9C70-A4366D10D8F1}" presName="hierChild5" presStyleCnt="0"/>
      <dgm:spPr/>
    </dgm:pt>
    <dgm:pt modelId="{18AB24EA-D0A7-407C-BD74-E704B1ECAE7F}" type="pres">
      <dgm:prSet presAssocID="{D6F94021-5738-4145-9F1D-2FFA01997C12}" presName="hierChild5" presStyleCnt="0"/>
      <dgm:spPr/>
    </dgm:pt>
    <dgm:pt modelId="{67426667-76F7-4B48-8617-3532AF27994E}" type="pres">
      <dgm:prSet presAssocID="{410C817F-0E55-4DCE-A722-FECE7A2E5FA3}" presName="hierChild3" presStyleCnt="0"/>
      <dgm:spPr/>
    </dgm:pt>
  </dgm:ptLst>
  <dgm:cxnLst>
    <dgm:cxn modelId="{1F252112-0C38-43FE-A73F-8A33337397D4}" srcId="{D6F94021-5738-4145-9F1D-2FFA01997C12}" destId="{B920B49E-A7AB-4CC3-891A-4CF1B568BE63}" srcOrd="1" destOrd="0" parTransId="{A27F4886-812E-4469-9BE4-63316C607FAC}" sibTransId="{11A316A3-763A-49B2-A51A-1F4CC0CE1AF5}"/>
    <dgm:cxn modelId="{F2B33113-CA83-414B-A76D-EF1C61FAB308}" srcId="{410C817F-0E55-4DCE-A722-FECE7A2E5FA3}" destId="{D6F94021-5738-4145-9F1D-2FFA01997C12}" srcOrd="1" destOrd="0" parTransId="{6B90450A-FCDE-4FB2-A447-79FDCFAD2CD8}" sibTransId="{CB1512FE-147B-4CA6-93D7-0AF0A472308A}"/>
    <dgm:cxn modelId="{63D55816-1B08-48F5-B4E5-ADC9C3811FB8}" type="presOf" srcId="{6B90450A-FCDE-4FB2-A447-79FDCFAD2CD8}" destId="{B23E986F-ADC9-4D47-9055-7C3C6D2A652E}" srcOrd="0" destOrd="0" presId="urn:microsoft.com/office/officeart/2005/8/layout/orgChart1"/>
    <dgm:cxn modelId="{D7352E17-9625-4B6F-B993-7884BE4A793B}" srcId="{D6F94021-5738-4145-9F1D-2FFA01997C12}" destId="{D060E1B9-E0C2-4365-9C70-A4366D10D8F1}" srcOrd="3" destOrd="0" parTransId="{A1FB6FC3-F903-4597-8721-0C56F457562E}" sibTransId="{0407D867-11B9-49BB-9C65-9F9442A97730}"/>
    <dgm:cxn modelId="{31D5DE1A-1A1C-4AC5-8EFC-27FF2CAB3383}" type="presOf" srcId="{976CDCF5-C2A7-4D08-A793-89421D26B081}" destId="{6D4F2D75-DBF4-4800-AC3E-24A19617AF90}" srcOrd="1" destOrd="0" presId="urn:microsoft.com/office/officeart/2005/8/layout/orgChart1"/>
    <dgm:cxn modelId="{6AC86D2E-652D-4166-A2EA-C3C17E245E72}" type="presOf" srcId="{A1FB6FC3-F903-4597-8721-0C56F457562E}" destId="{53BEBAA2-7C58-43FF-BE30-80EEA20E0AF2}" srcOrd="0" destOrd="0" presId="urn:microsoft.com/office/officeart/2005/8/layout/orgChart1"/>
    <dgm:cxn modelId="{9DD7BF35-1E68-4A75-98CE-DF3F1B9D260A}" type="presOf" srcId="{410C817F-0E55-4DCE-A722-FECE7A2E5FA3}" destId="{38D5752A-A6F2-4D3C-BEA7-436F1A111EB0}" srcOrd="0" destOrd="0" presId="urn:microsoft.com/office/officeart/2005/8/layout/orgChart1"/>
    <dgm:cxn modelId="{A324E43D-B526-4581-BB16-D3BBE47251F9}" type="presOf" srcId="{18C3AC22-59CC-48A1-85D9-8381130CC9EF}" destId="{5E363A7E-A3BF-4D7E-A706-0F278F2233FB}" srcOrd="0" destOrd="0" presId="urn:microsoft.com/office/officeart/2005/8/layout/orgChart1"/>
    <dgm:cxn modelId="{AD7ED946-3E89-41AF-82B0-2F0185DD03A7}" type="presOf" srcId="{D6F94021-5738-4145-9F1D-2FFA01997C12}" destId="{F21B41C3-4A6F-47D3-A1BA-1B7DBCA569F1}" srcOrd="0" destOrd="0" presId="urn:microsoft.com/office/officeart/2005/8/layout/orgChart1"/>
    <dgm:cxn modelId="{E8BCAA53-0EA0-4CDA-A2A3-74D03EDBE4D9}" srcId="{D6F94021-5738-4145-9F1D-2FFA01997C12}" destId="{AB628645-72B2-40E6-ADDB-0BDD76054E13}" srcOrd="2" destOrd="0" parTransId="{19BF402B-8C26-49D1-A241-4D9B202AC97B}" sibTransId="{AD70C7F7-829B-4B77-94BD-D2C137D7BDCF}"/>
    <dgm:cxn modelId="{35B25357-AA25-4269-8263-4BC5DFEC855E}" type="presOf" srcId="{6D51A4CA-4D54-45CD-B695-8BADCB010689}" destId="{148F51A3-99DB-4EAA-BD33-EA6923CBA0F9}" srcOrd="1" destOrd="0" presId="urn:microsoft.com/office/officeart/2005/8/layout/orgChart1"/>
    <dgm:cxn modelId="{D6BA915C-4DAA-444A-AD2C-9AA943B45A57}" type="presOf" srcId="{D6F94021-5738-4145-9F1D-2FFA01997C12}" destId="{ED870BD6-DFEA-4362-AAC4-E4472721C5E6}" srcOrd="1" destOrd="0" presId="urn:microsoft.com/office/officeart/2005/8/layout/orgChart1"/>
    <dgm:cxn modelId="{BFD66E5D-B17B-4A73-826A-23D971C3C335}" type="presOf" srcId="{B920B49E-A7AB-4CC3-891A-4CF1B568BE63}" destId="{A727928F-AB7E-430A-8D34-4DB7BB2D30ED}" srcOrd="1" destOrd="0" presId="urn:microsoft.com/office/officeart/2005/8/layout/orgChart1"/>
    <dgm:cxn modelId="{29A0625E-5007-495B-9B05-652CD2EE3793}" type="presOf" srcId="{8C5D5D9E-0D82-4868-8BA7-C17462BDCADB}" destId="{8B50BD78-3F15-4260-994F-4185BD8BD7EE}" srcOrd="0" destOrd="0" presId="urn:microsoft.com/office/officeart/2005/8/layout/orgChart1"/>
    <dgm:cxn modelId="{2E654865-6B4F-46B6-B716-AC312C218553}" srcId="{410C817F-0E55-4DCE-A722-FECE7A2E5FA3}" destId="{C5EE043E-8464-4B04-86F9-6F579A0EC99E}" srcOrd="0" destOrd="0" parTransId="{18C3AC22-59CC-48A1-85D9-8381130CC9EF}" sibTransId="{C3AE1BAB-E01A-4D84-8B8A-AED776C7DCCD}"/>
    <dgm:cxn modelId="{F1468D65-5013-493B-AACD-2837AB775CC2}" type="presOf" srcId="{205B5E9B-D470-47BE-882F-11EE63341D80}" destId="{0F7D17BB-3B6F-4106-BFA6-CA2DA7041E98}" srcOrd="0" destOrd="0" presId="urn:microsoft.com/office/officeart/2005/8/layout/orgChart1"/>
    <dgm:cxn modelId="{865BD174-005B-43C3-8D1D-DBFF48B9B8FF}" type="presOf" srcId="{214DE1E9-C4AD-4ABB-8545-C49062EF9A78}" destId="{1B9974D4-2786-49A9-AF07-DD94A6488060}" srcOrd="0" destOrd="0" presId="urn:microsoft.com/office/officeart/2005/8/layout/orgChart1"/>
    <dgm:cxn modelId="{45F303A3-3E4E-4C9F-AC3D-C93A094EB78C}" type="presOf" srcId="{D060E1B9-E0C2-4365-9C70-A4366D10D8F1}" destId="{751BCC82-BB1B-4CEA-9050-35F5577037D4}" srcOrd="0" destOrd="0" presId="urn:microsoft.com/office/officeart/2005/8/layout/orgChart1"/>
    <dgm:cxn modelId="{7DDEC4A8-EFDA-4B5E-9B7A-30B37C9594BA}" srcId="{C5EE043E-8464-4B04-86F9-6F579A0EC99E}" destId="{6D51A4CA-4D54-45CD-B695-8BADCB010689}" srcOrd="0" destOrd="0" parTransId="{8C5D5D9E-0D82-4868-8BA7-C17462BDCADB}" sibTransId="{BDFBE986-5D32-45B8-A697-69E0C8EE34D3}"/>
    <dgm:cxn modelId="{310F0BA9-9912-4A5D-B167-9A0F7ED3FE46}" type="presOf" srcId="{A27F4886-812E-4469-9BE4-63316C607FAC}" destId="{23E25B57-CC65-4E78-A82C-88AC6B3101EB}" srcOrd="0" destOrd="0" presId="urn:microsoft.com/office/officeart/2005/8/layout/orgChart1"/>
    <dgm:cxn modelId="{87CB3BAF-CD3C-4504-9FB6-9BE40FD8D580}" type="presOf" srcId="{B920B49E-A7AB-4CC3-891A-4CF1B568BE63}" destId="{F7F93593-5269-4AE4-AAA8-92396B0F9451}" srcOrd="0" destOrd="0" presId="urn:microsoft.com/office/officeart/2005/8/layout/orgChart1"/>
    <dgm:cxn modelId="{27BDCCB1-DE00-40FD-8E68-4451F0C7CEA1}" type="presOf" srcId="{6D51A4CA-4D54-45CD-B695-8BADCB010689}" destId="{86F3C186-7DE8-429D-9BAD-C67B7B47A5D9}" srcOrd="0" destOrd="0" presId="urn:microsoft.com/office/officeart/2005/8/layout/orgChart1"/>
    <dgm:cxn modelId="{D8AA41B3-FF6E-44AF-BA23-CE4067CFA3C2}" srcId="{0654A0A5-3E12-4097-9788-A5B62B7FFD07}" destId="{410C817F-0E55-4DCE-A722-FECE7A2E5FA3}" srcOrd="0" destOrd="0" parTransId="{CA5F5430-5730-4B92-8CEE-B4946468D562}" sibTransId="{27B5E888-0830-4818-9706-A7F8E4EE8C9E}"/>
    <dgm:cxn modelId="{03B5B2B6-766F-4C28-AA78-4AFD905D392D}" type="presOf" srcId="{AB628645-72B2-40E6-ADDB-0BDD76054E13}" destId="{D5734728-6B43-42D3-8378-6AF7E4FA0E53}" srcOrd="0" destOrd="0" presId="urn:microsoft.com/office/officeart/2005/8/layout/orgChart1"/>
    <dgm:cxn modelId="{1712C9B7-495E-4BA9-8BBA-F33FFCEC2FE6}" type="presOf" srcId="{C5EE043E-8464-4B04-86F9-6F579A0EC99E}" destId="{6C4B4ED6-D21D-4A82-9F8A-A5BEEBD694CF}" srcOrd="1" destOrd="0" presId="urn:microsoft.com/office/officeart/2005/8/layout/orgChart1"/>
    <dgm:cxn modelId="{C76A4ABA-8818-469D-8CD8-2FA0520D7146}" type="presOf" srcId="{410C817F-0E55-4DCE-A722-FECE7A2E5FA3}" destId="{5C7B2C74-2838-4345-AFA7-1552A5860FE4}" srcOrd="1" destOrd="0" presId="urn:microsoft.com/office/officeart/2005/8/layout/orgChart1"/>
    <dgm:cxn modelId="{1A8633CF-CCB0-4467-9886-A998AEB134FA}" srcId="{C5EE043E-8464-4B04-86F9-6F579A0EC99E}" destId="{976CDCF5-C2A7-4D08-A793-89421D26B081}" srcOrd="1" destOrd="0" parTransId="{205B5E9B-D470-47BE-882F-11EE63341D80}" sibTransId="{7481384D-0CAE-4229-BFB8-10F13BF82124}"/>
    <dgm:cxn modelId="{CA327FD3-53E8-44C4-935C-E3536AF535C2}" type="presOf" srcId="{AB628645-72B2-40E6-ADDB-0BDD76054E13}" destId="{E954C5D7-3338-4E88-95AB-5FD9BAC92ED3}" srcOrd="1" destOrd="0" presId="urn:microsoft.com/office/officeart/2005/8/layout/orgChart1"/>
    <dgm:cxn modelId="{CB6489D6-5CC9-4AAB-8D4B-24FA46344E6E}" type="presOf" srcId="{D060E1B9-E0C2-4365-9C70-A4366D10D8F1}" destId="{2F8A7C76-261E-481B-9BC1-ABFD1F4DFB78}" srcOrd="1" destOrd="0" presId="urn:microsoft.com/office/officeart/2005/8/layout/orgChart1"/>
    <dgm:cxn modelId="{6750D8D9-4DBF-4082-879D-13E06F6F4C21}" srcId="{D6F94021-5738-4145-9F1D-2FFA01997C12}" destId="{214DE1E9-C4AD-4ABB-8545-C49062EF9A78}" srcOrd="0" destOrd="0" parTransId="{6F32BE2B-7F2F-4C6A-9144-2CD5B7BA5F80}" sibTransId="{DB8E4D96-1836-4FF2-9B6D-52D180BB45EB}"/>
    <dgm:cxn modelId="{EB0D83DA-78A5-47D7-9111-8B234B62FFF8}" type="presOf" srcId="{C5EE043E-8464-4B04-86F9-6F579A0EC99E}" destId="{8ACDF764-7D28-449C-82B1-7DCB786868E0}" srcOrd="0" destOrd="0" presId="urn:microsoft.com/office/officeart/2005/8/layout/orgChart1"/>
    <dgm:cxn modelId="{633C87DE-7A80-4D7B-A023-9960F7F444C8}" type="presOf" srcId="{976CDCF5-C2A7-4D08-A793-89421D26B081}" destId="{3C7A258D-773E-40EC-84AF-2D10758C69DD}" srcOrd="0" destOrd="0" presId="urn:microsoft.com/office/officeart/2005/8/layout/orgChart1"/>
    <dgm:cxn modelId="{12F391E2-9489-4820-9157-656F9B5CE4B5}" type="presOf" srcId="{214DE1E9-C4AD-4ABB-8545-C49062EF9A78}" destId="{308842D5-7612-4F2D-BF74-1754A2B3ACF8}" srcOrd="1" destOrd="0" presId="urn:microsoft.com/office/officeart/2005/8/layout/orgChart1"/>
    <dgm:cxn modelId="{72B5E0E3-FBBE-4920-839D-0B20A40B2A8A}" type="presOf" srcId="{19BF402B-8C26-49D1-A241-4D9B202AC97B}" destId="{B2536C9F-501E-4B2D-B091-3CCE46E21E69}" srcOrd="0" destOrd="0" presId="urn:microsoft.com/office/officeart/2005/8/layout/orgChart1"/>
    <dgm:cxn modelId="{6CB6F0E4-1C34-4050-97DA-C429E7864493}" type="presOf" srcId="{0654A0A5-3E12-4097-9788-A5B62B7FFD07}" destId="{27C149DF-E444-433C-960B-90A60A271308}" srcOrd="0" destOrd="0" presId="urn:microsoft.com/office/officeart/2005/8/layout/orgChart1"/>
    <dgm:cxn modelId="{A6EA21F6-8F7B-407D-A43B-DC8F7ECCE00F}" type="presOf" srcId="{6F32BE2B-7F2F-4C6A-9144-2CD5B7BA5F80}" destId="{312A9FD5-9731-448B-B8FF-09EEB5442613}" srcOrd="0" destOrd="0" presId="urn:microsoft.com/office/officeart/2005/8/layout/orgChart1"/>
    <dgm:cxn modelId="{67EFD071-F8C8-49EE-99D0-0C2B6A21A85C}" type="presParOf" srcId="{27C149DF-E444-433C-960B-90A60A271308}" destId="{19093258-97FB-4B16-8259-CD6294CA23E3}" srcOrd="0" destOrd="0" presId="urn:microsoft.com/office/officeart/2005/8/layout/orgChart1"/>
    <dgm:cxn modelId="{EEF67826-345C-4FA6-B93C-DFF1B1C39CA0}" type="presParOf" srcId="{19093258-97FB-4B16-8259-CD6294CA23E3}" destId="{DAC97ED5-484D-4F39-B46E-34792D9BB026}" srcOrd="0" destOrd="0" presId="urn:microsoft.com/office/officeart/2005/8/layout/orgChart1"/>
    <dgm:cxn modelId="{931D9DFE-BAE9-43B8-8BCC-99D0C8B15974}" type="presParOf" srcId="{DAC97ED5-484D-4F39-B46E-34792D9BB026}" destId="{38D5752A-A6F2-4D3C-BEA7-436F1A111EB0}" srcOrd="0" destOrd="0" presId="urn:microsoft.com/office/officeart/2005/8/layout/orgChart1"/>
    <dgm:cxn modelId="{350199FA-242D-417F-8B9A-B9FA64962779}" type="presParOf" srcId="{DAC97ED5-484D-4F39-B46E-34792D9BB026}" destId="{5C7B2C74-2838-4345-AFA7-1552A5860FE4}" srcOrd="1" destOrd="0" presId="urn:microsoft.com/office/officeart/2005/8/layout/orgChart1"/>
    <dgm:cxn modelId="{359BC509-1BD2-434B-9582-FC17E3E27198}" type="presParOf" srcId="{19093258-97FB-4B16-8259-CD6294CA23E3}" destId="{F912F923-3364-4A5B-B136-FA8A43F3DAF2}" srcOrd="1" destOrd="0" presId="urn:microsoft.com/office/officeart/2005/8/layout/orgChart1"/>
    <dgm:cxn modelId="{C82B088F-A1E0-4E29-93AF-5ABACA6AD84A}" type="presParOf" srcId="{F912F923-3364-4A5B-B136-FA8A43F3DAF2}" destId="{5E363A7E-A3BF-4D7E-A706-0F278F2233FB}" srcOrd="0" destOrd="0" presId="urn:microsoft.com/office/officeart/2005/8/layout/orgChart1"/>
    <dgm:cxn modelId="{B649A542-348B-46D5-B5E3-920F2ACE4809}" type="presParOf" srcId="{F912F923-3364-4A5B-B136-FA8A43F3DAF2}" destId="{8A39AE6B-2B3A-44BE-93D3-A7F8BC247C45}" srcOrd="1" destOrd="0" presId="urn:microsoft.com/office/officeart/2005/8/layout/orgChart1"/>
    <dgm:cxn modelId="{4A3614F4-98CE-4EFE-82BA-A496EFBA03EE}" type="presParOf" srcId="{8A39AE6B-2B3A-44BE-93D3-A7F8BC247C45}" destId="{EEF2BAC8-4273-421B-A0C1-3829A3CDDD3A}" srcOrd="0" destOrd="0" presId="urn:microsoft.com/office/officeart/2005/8/layout/orgChart1"/>
    <dgm:cxn modelId="{FB393B05-DFF6-41AB-9E18-89664369EFFD}" type="presParOf" srcId="{EEF2BAC8-4273-421B-A0C1-3829A3CDDD3A}" destId="{8ACDF764-7D28-449C-82B1-7DCB786868E0}" srcOrd="0" destOrd="0" presId="urn:microsoft.com/office/officeart/2005/8/layout/orgChart1"/>
    <dgm:cxn modelId="{A6E65A08-A1F7-4387-9D49-04934EF369EB}" type="presParOf" srcId="{EEF2BAC8-4273-421B-A0C1-3829A3CDDD3A}" destId="{6C4B4ED6-D21D-4A82-9F8A-A5BEEBD694CF}" srcOrd="1" destOrd="0" presId="urn:microsoft.com/office/officeart/2005/8/layout/orgChart1"/>
    <dgm:cxn modelId="{76D5235B-C152-4342-85FE-5A4019EC1841}" type="presParOf" srcId="{8A39AE6B-2B3A-44BE-93D3-A7F8BC247C45}" destId="{DD4D5F29-F6D7-463C-9E60-375C1F6BE574}" srcOrd="1" destOrd="0" presId="urn:microsoft.com/office/officeart/2005/8/layout/orgChart1"/>
    <dgm:cxn modelId="{43E47C35-2421-4EC0-8298-F11A6F6F814A}" type="presParOf" srcId="{DD4D5F29-F6D7-463C-9E60-375C1F6BE574}" destId="{8B50BD78-3F15-4260-994F-4185BD8BD7EE}" srcOrd="0" destOrd="0" presId="urn:microsoft.com/office/officeart/2005/8/layout/orgChart1"/>
    <dgm:cxn modelId="{2CB288B9-3911-4801-8CE9-EA430603302B}" type="presParOf" srcId="{DD4D5F29-F6D7-463C-9E60-375C1F6BE574}" destId="{CEB7E857-54A5-40E6-9DAD-B5F0100533F1}" srcOrd="1" destOrd="0" presId="urn:microsoft.com/office/officeart/2005/8/layout/orgChart1"/>
    <dgm:cxn modelId="{A899A59F-B4FD-460F-AFE6-A85ECE94D3A2}" type="presParOf" srcId="{CEB7E857-54A5-40E6-9DAD-B5F0100533F1}" destId="{431D29D0-9432-4340-A672-FE0CD682B64B}" srcOrd="0" destOrd="0" presId="urn:microsoft.com/office/officeart/2005/8/layout/orgChart1"/>
    <dgm:cxn modelId="{26C7FD56-C68B-4124-BB34-48CED684B00C}" type="presParOf" srcId="{431D29D0-9432-4340-A672-FE0CD682B64B}" destId="{86F3C186-7DE8-429D-9BAD-C67B7B47A5D9}" srcOrd="0" destOrd="0" presId="urn:microsoft.com/office/officeart/2005/8/layout/orgChart1"/>
    <dgm:cxn modelId="{AEBB6233-FE36-496F-867A-7C5D36F2FA39}" type="presParOf" srcId="{431D29D0-9432-4340-A672-FE0CD682B64B}" destId="{148F51A3-99DB-4EAA-BD33-EA6923CBA0F9}" srcOrd="1" destOrd="0" presId="urn:microsoft.com/office/officeart/2005/8/layout/orgChart1"/>
    <dgm:cxn modelId="{FD82CE94-3473-4577-88F1-FF668EC18E71}" type="presParOf" srcId="{CEB7E857-54A5-40E6-9DAD-B5F0100533F1}" destId="{64DF31CB-DEF0-4B8F-AF76-451C1A7B5099}" srcOrd="1" destOrd="0" presId="urn:microsoft.com/office/officeart/2005/8/layout/orgChart1"/>
    <dgm:cxn modelId="{25678268-35F1-4F96-8B52-C196AC538252}" type="presParOf" srcId="{CEB7E857-54A5-40E6-9DAD-B5F0100533F1}" destId="{33F09374-BBBC-4FEC-A31F-B2F02CE9B80B}" srcOrd="2" destOrd="0" presId="urn:microsoft.com/office/officeart/2005/8/layout/orgChart1"/>
    <dgm:cxn modelId="{3017E530-368F-4019-8550-E1F8BE39C262}" type="presParOf" srcId="{DD4D5F29-F6D7-463C-9E60-375C1F6BE574}" destId="{0F7D17BB-3B6F-4106-BFA6-CA2DA7041E98}" srcOrd="2" destOrd="0" presId="urn:microsoft.com/office/officeart/2005/8/layout/orgChart1"/>
    <dgm:cxn modelId="{7D0688DE-5D5A-4C13-93B6-AFEB19842F58}" type="presParOf" srcId="{DD4D5F29-F6D7-463C-9E60-375C1F6BE574}" destId="{1D579D74-F664-481A-9CA7-FE2C05DB7ABB}" srcOrd="3" destOrd="0" presId="urn:microsoft.com/office/officeart/2005/8/layout/orgChart1"/>
    <dgm:cxn modelId="{E0DE0478-2EDA-4AD5-B0D5-16C729C7403B}" type="presParOf" srcId="{1D579D74-F664-481A-9CA7-FE2C05DB7ABB}" destId="{269CFC1E-C908-429D-AC16-DC3D2C7699F3}" srcOrd="0" destOrd="0" presId="urn:microsoft.com/office/officeart/2005/8/layout/orgChart1"/>
    <dgm:cxn modelId="{F39D7735-D507-42AC-BF7B-FE3CC2B912C1}" type="presParOf" srcId="{269CFC1E-C908-429D-AC16-DC3D2C7699F3}" destId="{3C7A258D-773E-40EC-84AF-2D10758C69DD}" srcOrd="0" destOrd="0" presId="urn:microsoft.com/office/officeart/2005/8/layout/orgChart1"/>
    <dgm:cxn modelId="{13FFB7DA-5E39-4E17-A11D-94D86C2A4AE3}" type="presParOf" srcId="{269CFC1E-C908-429D-AC16-DC3D2C7699F3}" destId="{6D4F2D75-DBF4-4800-AC3E-24A19617AF90}" srcOrd="1" destOrd="0" presId="urn:microsoft.com/office/officeart/2005/8/layout/orgChart1"/>
    <dgm:cxn modelId="{FD4A284A-66C2-416C-80F3-19D7C42046CA}" type="presParOf" srcId="{1D579D74-F664-481A-9CA7-FE2C05DB7ABB}" destId="{3E683987-3670-4DB1-9E21-80602B6AD33E}" srcOrd="1" destOrd="0" presId="urn:microsoft.com/office/officeart/2005/8/layout/orgChart1"/>
    <dgm:cxn modelId="{76A6C45E-2291-49A5-AB7D-85E1FBE0F897}" type="presParOf" srcId="{1D579D74-F664-481A-9CA7-FE2C05DB7ABB}" destId="{B667AC6C-6967-4EE5-BC75-7306DDC0480C}" srcOrd="2" destOrd="0" presId="urn:microsoft.com/office/officeart/2005/8/layout/orgChart1"/>
    <dgm:cxn modelId="{441D2312-9BD1-464A-98B3-A69B7BA602EF}" type="presParOf" srcId="{8A39AE6B-2B3A-44BE-93D3-A7F8BC247C45}" destId="{6DFC3018-D6F6-43DA-ADAB-E5819C9527B0}" srcOrd="2" destOrd="0" presId="urn:microsoft.com/office/officeart/2005/8/layout/orgChart1"/>
    <dgm:cxn modelId="{E76C77A4-FF7B-460B-9390-9D8716A6A88C}" type="presParOf" srcId="{F912F923-3364-4A5B-B136-FA8A43F3DAF2}" destId="{B23E986F-ADC9-4D47-9055-7C3C6D2A652E}" srcOrd="2" destOrd="0" presId="urn:microsoft.com/office/officeart/2005/8/layout/orgChart1"/>
    <dgm:cxn modelId="{110EC221-9A91-4A46-A741-1EA55F640121}" type="presParOf" srcId="{F912F923-3364-4A5B-B136-FA8A43F3DAF2}" destId="{A2BC3F91-05A4-4106-A608-C0B916967FC9}" srcOrd="3" destOrd="0" presId="urn:microsoft.com/office/officeart/2005/8/layout/orgChart1"/>
    <dgm:cxn modelId="{910425D0-02D3-42D3-809B-5A767E26AEA4}" type="presParOf" srcId="{A2BC3F91-05A4-4106-A608-C0B916967FC9}" destId="{5853FDCA-50F3-425E-8D01-FDD57A6FDA13}" srcOrd="0" destOrd="0" presId="urn:microsoft.com/office/officeart/2005/8/layout/orgChart1"/>
    <dgm:cxn modelId="{B9A0CA1F-C1E1-4B26-9C32-792820611F59}" type="presParOf" srcId="{5853FDCA-50F3-425E-8D01-FDD57A6FDA13}" destId="{F21B41C3-4A6F-47D3-A1BA-1B7DBCA569F1}" srcOrd="0" destOrd="0" presId="urn:microsoft.com/office/officeart/2005/8/layout/orgChart1"/>
    <dgm:cxn modelId="{FE1057BA-20EB-4667-85F7-E75B74123F08}" type="presParOf" srcId="{5853FDCA-50F3-425E-8D01-FDD57A6FDA13}" destId="{ED870BD6-DFEA-4362-AAC4-E4472721C5E6}" srcOrd="1" destOrd="0" presId="urn:microsoft.com/office/officeart/2005/8/layout/orgChart1"/>
    <dgm:cxn modelId="{BC6DE035-F7CF-4B80-A2E3-ACCA5805126B}" type="presParOf" srcId="{A2BC3F91-05A4-4106-A608-C0B916967FC9}" destId="{FBB2ED64-EE6B-422E-A370-CAFECD7234C3}" srcOrd="1" destOrd="0" presId="urn:microsoft.com/office/officeart/2005/8/layout/orgChart1"/>
    <dgm:cxn modelId="{FC8FB1EC-AB9D-4790-88CB-3F68741F0D61}" type="presParOf" srcId="{FBB2ED64-EE6B-422E-A370-CAFECD7234C3}" destId="{312A9FD5-9731-448B-B8FF-09EEB5442613}" srcOrd="0" destOrd="0" presId="urn:microsoft.com/office/officeart/2005/8/layout/orgChart1"/>
    <dgm:cxn modelId="{B721680E-F6D8-4D4D-AB2A-5EFFBDC7805D}" type="presParOf" srcId="{FBB2ED64-EE6B-422E-A370-CAFECD7234C3}" destId="{89479903-8D83-420F-BDCD-6EDC6AE8D221}" srcOrd="1" destOrd="0" presId="urn:microsoft.com/office/officeart/2005/8/layout/orgChart1"/>
    <dgm:cxn modelId="{A79C8C0B-F918-440A-A8C2-0B76D73FF31D}" type="presParOf" srcId="{89479903-8D83-420F-BDCD-6EDC6AE8D221}" destId="{D9C28BE0-F11A-4809-A714-CE29010633D0}" srcOrd="0" destOrd="0" presId="urn:microsoft.com/office/officeart/2005/8/layout/orgChart1"/>
    <dgm:cxn modelId="{A32B791F-C2E5-460E-A17C-41D0260297F0}" type="presParOf" srcId="{D9C28BE0-F11A-4809-A714-CE29010633D0}" destId="{1B9974D4-2786-49A9-AF07-DD94A6488060}" srcOrd="0" destOrd="0" presId="urn:microsoft.com/office/officeart/2005/8/layout/orgChart1"/>
    <dgm:cxn modelId="{647950A7-A113-4C43-A50D-26877CC79A92}" type="presParOf" srcId="{D9C28BE0-F11A-4809-A714-CE29010633D0}" destId="{308842D5-7612-4F2D-BF74-1754A2B3ACF8}" srcOrd="1" destOrd="0" presId="urn:microsoft.com/office/officeart/2005/8/layout/orgChart1"/>
    <dgm:cxn modelId="{EF75C15E-4B50-499D-99F6-90CEA0A85334}" type="presParOf" srcId="{89479903-8D83-420F-BDCD-6EDC6AE8D221}" destId="{88B73406-EFA8-46DA-9945-A2697B1E1260}" srcOrd="1" destOrd="0" presId="urn:microsoft.com/office/officeart/2005/8/layout/orgChart1"/>
    <dgm:cxn modelId="{7D1207E1-9DF1-4BFB-B815-A3DC9F799CED}" type="presParOf" srcId="{89479903-8D83-420F-BDCD-6EDC6AE8D221}" destId="{41F2BB4A-F88C-4398-9D4E-21D2B7E2DEE6}" srcOrd="2" destOrd="0" presId="urn:microsoft.com/office/officeart/2005/8/layout/orgChart1"/>
    <dgm:cxn modelId="{4D644F4A-55A3-41F0-B021-8AA9E1C722F1}" type="presParOf" srcId="{FBB2ED64-EE6B-422E-A370-CAFECD7234C3}" destId="{23E25B57-CC65-4E78-A82C-88AC6B3101EB}" srcOrd="2" destOrd="0" presId="urn:microsoft.com/office/officeart/2005/8/layout/orgChart1"/>
    <dgm:cxn modelId="{173C1CF9-4D2A-456B-A68C-B2E757AD4B4D}" type="presParOf" srcId="{FBB2ED64-EE6B-422E-A370-CAFECD7234C3}" destId="{5A059048-4CA4-4014-A3DB-C75DA219E2F7}" srcOrd="3" destOrd="0" presId="urn:microsoft.com/office/officeart/2005/8/layout/orgChart1"/>
    <dgm:cxn modelId="{4D396B73-EB3D-402A-A66B-D96D35B39EB7}" type="presParOf" srcId="{5A059048-4CA4-4014-A3DB-C75DA219E2F7}" destId="{9A8BEAD2-641B-4A6C-954C-19350375D88C}" srcOrd="0" destOrd="0" presId="urn:microsoft.com/office/officeart/2005/8/layout/orgChart1"/>
    <dgm:cxn modelId="{0089C382-6D07-42D1-A32F-7446DA7A93C8}" type="presParOf" srcId="{9A8BEAD2-641B-4A6C-954C-19350375D88C}" destId="{F7F93593-5269-4AE4-AAA8-92396B0F9451}" srcOrd="0" destOrd="0" presId="urn:microsoft.com/office/officeart/2005/8/layout/orgChart1"/>
    <dgm:cxn modelId="{FDC08241-A34D-4A46-8C52-FA8B954E3BEA}" type="presParOf" srcId="{9A8BEAD2-641B-4A6C-954C-19350375D88C}" destId="{A727928F-AB7E-430A-8D34-4DB7BB2D30ED}" srcOrd="1" destOrd="0" presId="urn:microsoft.com/office/officeart/2005/8/layout/orgChart1"/>
    <dgm:cxn modelId="{C3873AD7-5C96-4900-9893-42F9C1034931}" type="presParOf" srcId="{5A059048-4CA4-4014-A3DB-C75DA219E2F7}" destId="{292C0F07-8490-4F3A-81C0-87D1CA3D05E8}" srcOrd="1" destOrd="0" presId="urn:microsoft.com/office/officeart/2005/8/layout/orgChart1"/>
    <dgm:cxn modelId="{A365880B-96BB-4015-966A-811B1E6E46D9}" type="presParOf" srcId="{5A059048-4CA4-4014-A3DB-C75DA219E2F7}" destId="{F2AE87E2-5EF6-4521-ACBA-3DBCEADDB598}" srcOrd="2" destOrd="0" presId="urn:microsoft.com/office/officeart/2005/8/layout/orgChart1"/>
    <dgm:cxn modelId="{786CAB51-EC17-4276-925F-EA969C177765}" type="presParOf" srcId="{FBB2ED64-EE6B-422E-A370-CAFECD7234C3}" destId="{B2536C9F-501E-4B2D-B091-3CCE46E21E69}" srcOrd="4" destOrd="0" presId="urn:microsoft.com/office/officeart/2005/8/layout/orgChart1"/>
    <dgm:cxn modelId="{2D8A1CD8-4DD5-48E1-A0DB-FCA0C76F10EC}" type="presParOf" srcId="{FBB2ED64-EE6B-422E-A370-CAFECD7234C3}" destId="{F56C0E61-56E2-4F50-9B0F-09C8A6B2D854}" srcOrd="5" destOrd="0" presId="urn:microsoft.com/office/officeart/2005/8/layout/orgChart1"/>
    <dgm:cxn modelId="{AF417738-109D-4E67-81DD-755E22597D92}" type="presParOf" srcId="{F56C0E61-56E2-4F50-9B0F-09C8A6B2D854}" destId="{5F1AEF08-6042-4F7B-AFC1-18C12A72BC47}" srcOrd="0" destOrd="0" presId="urn:microsoft.com/office/officeart/2005/8/layout/orgChart1"/>
    <dgm:cxn modelId="{95E55964-1B4E-4CDF-9DAD-89D39377DD4A}" type="presParOf" srcId="{5F1AEF08-6042-4F7B-AFC1-18C12A72BC47}" destId="{D5734728-6B43-42D3-8378-6AF7E4FA0E53}" srcOrd="0" destOrd="0" presId="urn:microsoft.com/office/officeart/2005/8/layout/orgChart1"/>
    <dgm:cxn modelId="{0D14DA3F-F3D7-419D-8CCA-CA60FE453ACE}" type="presParOf" srcId="{5F1AEF08-6042-4F7B-AFC1-18C12A72BC47}" destId="{E954C5D7-3338-4E88-95AB-5FD9BAC92ED3}" srcOrd="1" destOrd="0" presId="urn:microsoft.com/office/officeart/2005/8/layout/orgChart1"/>
    <dgm:cxn modelId="{F7A6EA3E-5947-47DD-9E43-AB52183EB2E7}" type="presParOf" srcId="{F56C0E61-56E2-4F50-9B0F-09C8A6B2D854}" destId="{4152782B-7F7C-428A-A303-B3C83D90A926}" srcOrd="1" destOrd="0" presId="urn:microsoft.com/office/officeart/2005/8/layout/orgChart1"/>
    <dgm:cxn modelId="{4A0840F8-4BDC-490D-BBE5-578CD5B26CF7}" type="presParOf" srcId="{F56C0E61-56E2-4F50-9B0F-09C8A6B2D854}" destId="{576BCE99-7D7E-42C0-8A6B-43FE9705F304}" srcOrd="2" destOrd="0" presId="urn:microsoft.com/office/officeart/2005/8/layout/orgChart1"/>
    <dgm:cxn modelId="{B2DA0B54-AEE7-476C-9CA5-F52117054B9B}" type="presParOf" srcId="{FBB2ED64-EE6B-422E-A370-CAFECD7234C3}" destId="{53BEBAA2-7C58-43FF-BE30-80EEA20E0AF2}" srcOrd="6" destOrd="0" presId="urn:microsoft.com/office/officeart/2005/8/layout/orgChart1"/>
    <dgm:cxn modelId="{7FA16200-1580-4738-AE45-0D846629CB1B}" type="presParOf" srcId="{FBB2ED64-EE6B-422E-A370-CAFECD7234C3}" destId="{219D1CEB-C8C5-4E63-A0EA-A028CF1498EA}" srcOrd="7" destOrd="0" presId="urn:microsoft.com/office/officeart/2005/8/layout/orgChart1"/>
    <dgm:cxn modelId="{2C7CC3C3-108D-4803-BA8D-916A08377852}" type="presParOf" srcId="{219D1CEB-C8C5-4E63-A0EA-A028CF1498EA}" destId="{91661F86-37CE-47AE-8C7A-452B33F7B8BA}" srcOrd="0" destOrd="0" presId="urn:microsoft.com/office/officeart/2005/8/layout/orgChart1"/>
    <dgm:cxn modelId="{D1051969-8173-4886-8F01-059438D07832}" type="presParOf" srcId="{91661F86-37CE-47AE-8C7A-452B33F7B8BA}" destId="{751BCC82-BB1B-4CEA-9050-35F5577037D4}" srcOrd="0" destOrd="0" presId="urn:microsoft.com/office/officeart/2005/8/layout/orgChart1"/>
    <dgm:cxn modelId="{C2C9C437-36DC-4F82-8CB0-12BEC006AEA0}" type="presParOf" srcId="{91661F86-37CE-47AE-8C7A-452B33F7B8BA}" destId="{2F8A7C76-261E-481B-9BC1-ABFD1F4DFB78}" srcOrd="1" destOrd="0" presId="urn:microsoft.com/office/officeart/2005/8/layout/orgChart1"/>
    <dgm:cxn modelId="{D72AA347-B5FA-42C2-B9B9-4C9F972EDDAE}" type="presParOf" srcId="{219D1CEB-C8C5-4E63-A0EA-A028CF1498EA}" destId="{8BE27B15-E141-4F50-AD51-3499A4FD2075}" srcOrd="1" destOrd="0" presId="urn:microsoft.com/office/officeart/2005/8/layout/orgChart1"/>
    <dgm:cxn modelId="{5C669632-13F0-438E-A91C-6C307F355006}" type="presParOf" srcId="{219D1CEB-C8C5-4E63-A0EA-A028CF1498EA}" destId="{CDA5A026-EF5D-4491-996D-D3D2B37D7A4F}" srcOrd="2" destOrd="0" presId="urn:microsoft.com/office/officeart/2005/8/layout/orgChart1"/>
    <dgm:cxn modelId="{4F75AE4D-29C1-4B5A-A90E-720CA97BC7D6}" type="presParOf" srcId="{A2BC3F91-05A4-4106-A608-C0B916967FC9}" destId="{18AB24EA-D0A7-407C-BD74-E704B1ECAE7F}" srcOrd="2" destOrd="0" presId="urn:microsoft.com/office/officeart/2005/8/layout/orgChart1"/>
    <dgm:cxn modelId="{3B396CF5-0014-466F-B17D-CAF6BBF52491}" type="presParOf" srcId="{19093258-97FB-4B16-8259-CD6294CA23E3}" destId="{67426667-76F7-4B48-8617-3532AF27994E}"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3CE577-1C51-3747-AEA8-B573DB135302}">
      <dsp:nvSpPr>
        <dsp:cNvPr id="0" name=""/>
        <dsp:cNvSpPr/>
      </dsp:nvSpPr>
      <dsp:spPr>
        <a:xfrm>
          <a:off x="5135597" y="1739710"/>
          <a:ext cx="4032691" cy="639731"/>
        </a:xfrm>
        <a:custGeom>
          <a:avLst/>
          <a:gdLst/>
          <a:ahLst/>
          <a:cxnLst/>
          <a:rect l="0" t="0" r="0" b="0"/>
          <a:pathLst>
            <a:path>
              <a:moveTo>
                <a:pt x="0" y="0"/>
              </a:moveTo>
              <a:lnTo>
                <a:pt x="0" y="435958"/>
              </a:lnTo>
              <a:lnTo>
                <a:pt x="4032691" y="435958"/>
              </a:lnTo>
              <a:lnTo>
                <a:pt x="4032691" y="639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C2B3FC-75FD-9640-B8A2-E8D8FFFD1795}">
      <dsp:nvSpPr>
        <dsp:cNvPr id="0" name=""/>
        <dsp:cNvSpPr/>
      </dsp:nvSpPr>
      <dsp:spPr>
        <a:xfrm>
          <a:off x="5135597" y="1739710"/>
          <a:ext cx="1344230" cy="639731"/>
        </a:xfrm>
        <a:custGeom>
          <a:avLst/>
          <a:gdLst/>
          <a:ahLst/>
          <a:cxnLst/>
          <a:rect l="0" t="0" r="0" b="0"/>
          <a:pathLst>
            <a:path>
              <a:moveTo>
                <a:pt x="0" y="0"/>
              </a:moveTo>
              <a:lnTo>
                <a:pt x="0" y="435958"/>
              </a:lnTo>
              <a:lnTo>
                <a:pt x="1344230" y="435958"/>
              </a:lnTo>
              <a:lnTo>
                <a:pt x="1344230" y="639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4C1880-E413-FA42-A344-6BB4D9DEE72C}">
      <dsp:nvSpPr>
        <dsp:cNvPr id="0" name=""/>
        <dsp:cNvSpPr/>
      </dsp:nvSpPr>
      <dsp:spPr>
        <a:xfrm>
          <a:off x="3791366" y="1739710"/>
          <a:ext cx="1344230" cy="639731"/>
        </a:xfrm>
        <a:custGeom>
          <a:avLst/>
          <a:gdLst/>
          <a:ahLst/>
          <a:cxnLst/>
          <a:rect l="0" t="0" r="0" b="0"/>
          <a:pathLst>
            <a:path>
              <a:moveTo>
                <a:pt x="1344230" y="0"/>
              </a:moveTo>
              <a:lnTo>
                <a:pt x="1344230" y="435958"/>
              </a:lnTo>
              <a:lnTo>
                <a:pt x="0" y="435958"/>
              </a:lnTo>
              <a:lnTo>
                <a:pt x="0" y="639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3AB031-771A-E94C-BEE3-AE8A143DE74E}">
      <dsp:nvSpPr>
        <dsp:cNvPr id="0" name=""/>
        <dsp:cNvSpPr/>
      </dsp:nvSpPr>
      <dsp:spPr>
        <a:xfrm>
          <a:off x="1102905" y="1739710"/>
          <a:ext cx="4032691" cy="639731"/>
        </a:xfrm>
        <a:custGeom>
          <a:avLst/>
          <a:gdLst/>
          <a:ahLst/>
          <a:cxnLst/>
          <a:rect l="0" t="0" r="0" b="0"/>
          <a:pathLst>
            <a:path>
              <a:moveTo>
                <a:pt x="4032691" y="0"/>
              </a:moveTo>
              <a:lnTo>
                <a:pt x="4032691" y="435958"/>
              </a:lnTo>
              <a:lnTo>
                <a:pt x="0" y="435958"/>
              </a:lnTo>
              <a:lnTo>
                <a:pt x="0" y="639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233D32-ED50-F849-AAC7-8E810F171801}">
      <dsp:nvSpPr>
        <dsp:cNvPr id="0" name=""/>
        <dsp:cNvSpPr/>
      </dsp:nvSpPr>
      <dsp:spPr>
        <a:xfrm>
          <a:off x="4035772" y="342932"/>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54A85-A42C-754B-B99E-BC907F1C4E0D}">
      <dsp:nvSpPr>
        <dsp:cNvPr id="0" name=""/>
        <dsp:cNvSpPr/>
      </dsp:nvSpPr>
      <dsp:spPr>
        <a:xfrm>
          <a:off x="4280177" y="575118"/>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MX" sz="2600" kern="1200" dirty="0"/>
            <a:t>Aprendizaje automatizado</a:t>
          </a:r>
        </a:p>
      </dsp:txBody>
      <dsp:txXfrm>
        <a:off x="4321087" y="616028"/>
        <a:ext cx="2117829" cy="1314957"/>
      </dsp:txXfrm>
    </dsp:sp>
    <dsp:sp modelId="{8A4488BE-F96A-8C46-8F51-96FDFA3BB84B}">
      <dsp:nvSpPr>
        <dsp:cNvPr id="0" name=""/>
        <dsp:cNvSpPr/>
      </dsp:nvSpPr>
      <dsp:spPr>
        <a:xfrm>
          <a:off x="3080" y="2379442"/>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3371D3-661F-DC4B-AC85-AE80CD438CAB}">
      <dsp:nvSpPr>
        <dsp:cNvPr id="0" name=""/>
        <dsp:cNvSpPr/>
      </dsp:nvSpPr>
      <dsp:spPr>
        <a:xfrm>
          <a:off x="247486" y="2611627"/>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MX" sz="2600" kern="1200" dirty="0"/>
            <a:t>Aprendizaje no supervisado</a:t>
          </a:r>
        </a:p>
      </dsp:txBody>
      <dsp:txXfrm>
        <a:off x="288396" y="2652537"/>
        <a:ext cx="2117829" cy="1314957"/>
      </dsp:txXfrm>
    </dsp:sp>
    <dsp:sp modelId="{42675D81-90F1-0046-B6B6-002772C94160}">
      <dsp:nvSpPr>
        <dsp:cNvPr id="0" name=""/>
        <dsp:cNvSpPr/>
      </dsp:nvSpPr>
      <dsp:spPr>
        <a:xfrm>
          <a:off x="2691541" y="2379442"/>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F1F05B-1740-8C44-AF4E-CA0E6B72C73E}">
      <dsp:nvSpPr>
        <dsp:cNvPr id="0" name=""/>
        <dsp:cNvSpPr/>
      </dsp:nvSpPr>
      <dsp:spPr>
        <a:xfrm>
          <a:off x="2935947" y="2611627"/>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MX" sz="2600" kern="1200" dirty="0"/>
            <a:t>Aprendizaje supervisado</a:t>
          </a:r>
        </a:p>
      </dsp:txBody>
      <dsp:txXfrm>
        <a:off x="2976857" y="2652537"/>
        <a:ext cx="2117829" cy="1314957"/>
      </dsp:txXfrm>
    </dsp:sp>
    <dsp:sp modelId="{14B2DA84-2FCC-E246-8266-73FE66DDDE58}">
      <dsp:nvSpPr>
        <dsp:cNvPr id="0" name=""/>
        <dsp:cNvSpPr/>
      </dsp:nvSpPr>
      <dsp:spPr>
        <a:xfrm>
          <a:off x="5380002" y="2379442"/>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7B4E6F-01A0-3844-BB32-D1F783A45D73}">
      <dsp:nvSpPr>
        <dsp:cNvPr id="0" name=""/>
        <dsp:cNvSpPr/>
      </dsp:nvSpPr>
      <dsp:spPr>
        <a:xfrm>
          <a:off x="5624408" y="2611627"/>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MX" sz="2600" kern="1200" dirty="0"/>
            <a:t>Aprendizaje por refuerzo</a:t>
          </a:r>
        </a:p>
      </dsp:txBody>
      <dsp:txXfrm>
        <a:off x="5665318" y="2652537"/>
        <a:ext cx="2117829" cy="1314957"/>
      </dsp:txXfrm>
    </dsp:sp>
    <dsp:sp modelId="{E48B4893-9BB5-0D4A-A7E5-CB8E6CE5F21E}">
      <dsp:nvSpPr>
        <dsp:cNvPr id="0" name=""/>
        <dsp:cNvSpPr/>
      </dsp:nvSpPr>
      <dsp:spPr>
        <a:xfrm>
          <a:off x="8068463" y="2379442"/>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03C9F-EB3B-DF48-B14B-35E488A11C5C}">
      <dsp:nvSpPr>
        <dsp:cNvPr id="0" name=""/>
        <dsp:cNvSpPr/>
      </dsp:nvSpPr>
      <dsp:spPr>
        <a:xfrm>
          <a:off x="8312869" y="2611627"/>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MX" sz="2600" kern="1200" dirty="0"/>
            <a:t>Aprendizaje semi supervisado</a:t>
          </a:r>
        </a:p>
      </dsp:txBody>
      <dsp:txXfrm>
        <a:off x="8353779" y="2652537"/>
        <a:ext cx="2117829" cy="1314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0DD5C-F1D7-5044-A618-248D8FEF9FDD}">
      <dsp:nvSpPr>
        <dsp:cNvPr id="0" name=""/>
        <dsp:cNvSpPr/>
      </dsp:nvSpPr>
      <dsp:spPr>
        <a:xfrm>
          <a:off x="788670"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AED240-41E0-C844-8A7D-953AF5BF78E2}">
      <dsp:nvSpPr>
        <dsp:cNvPr id="0" name=""/>
        <dsp:cNvSpPr/>
      </dsp:nvSpPr>
      <dsp:spPr>
        <a:xfrm>
          <a:off x="4621" y="1305401"/>
          <a:ext cx="2020453"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a:t>Seleccionar la medida de similitud</a:t>
          </a:r>
          <a:endParaRPr lang="es-MX" sz="2300" kern="1200"/>
        </a:p>
      </dsp:txBody>
      <dsp:txXfrm>
        <a:off x="89587" y="1390367"/>
        <a:ext cx="1850521" cy="1570603"/>
      </dsp:txXfrm>
    </dsp:sp>
    <dsp:sp modelId="{9FFBC4F4-AE27-1741-8F44-AAC425E8F12A}">
      <dsp:nvSpPr>
        <dsp:cNvPr id="0" name=""/>
        <dsp:cNvSpPr/>
      </dsp:nvSpPr>
      <dsp:spPr>
        <a:xfrm>
          <a:off x="2126097" y="1305401"/>
          <a:ext cx="2020453"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a:t>Seleccionar el algoritmo de agrupamiento</a:t>
          </a:r>
          <a:endParaRPr lang="es-MX" sz="2300" kern="1200"/>
        </a:p>
      </dsp:txBody>
      <dsp:txXfrm>
        <a:off x="2211063" y="1390367"/>
        <a:ext cx="1850521" cy="1570603"/>
      </dsp:txXfrm>
    </dsp:sp>
    <dsp:sp modelId="{231E41AC-931C-F54D-8F1A-30E5F0CD8A03}">
      <dsp:nvSpPr>
        <dsp:cNvPr id="0" name=""/>
        <dsp:cNvSpPr/>
      </dsp:nvSpPr>
      <dsp:spPr>
        <a:xfrm>
          <a:off x="4247573" y="1305401"/>
          <a:ext cx="2020453"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Definir la distancia entre dos grupos</a:t>
          </a:r>
          <a:endParaRPr lang="es-MX" sz="2300" kern="1200"/>
        </a:p>
      </dsp:txBody>
      <dsp:txXfrm>
        <a:off x="4332539" y="1390367"/>
        <a:ext cx="1850521" cy="1570603"/>
      </dsp:txXfrm>
    </dsp:sp>
    <dsp:sp modelId="{043AD5D2-4C9D-284A-9C59-6511E08BED0C}">
      <dsp:nvSpPr>
        <dsp:cNvPr id="0" name=""/>
        <dsp:cNvSpPr/>
      </dsp:nvSpPr>
      <dsp:spPr>
        <a:xfrm>
          <a:off x="6369049" y="1305401"/>
          <a:ext cx="2020453"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a:t>Determinar el número de grupos</a:t>
          </a:r>
          <a:endParaRPr lang="es-MX" sz="2300" kern="1200"/>
        </a:p>
      </dsp:txBody>
      <dsp:txXfrm>
        <a:off x="6454015" y="1390367"/>
        <a:ext cx="1850521" cy="1570603"/>
      </dsp:txXfrm>
    </dsp:sp>
    <dsp:sp modelId="{353320B7-18FC-0749-9C28-C62E87E1076B}">
      <dsp:nvSpPr>
        <dsp:cNvPr id="0" name=""/>
        <dsp:cNvSpPr/>
      </dsp:nvSpPr>
      <dsp:spPr>
        <a:xfrm>
          <a:off x="8490525" y="1305401"/>
          <a:ext cx="2020453"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a:t>Validar los grupos obtenidos</a:t>
          </a:r>
          <a:endParaRPr lang="es-MX" sz="2300" kern="1200"/>
        </a:p>
      </dsp:txBody>
      <dsp:txXfrm>
        <a:off x="8575491" y="1390367"/>
        <a:ext cx="1850521" cy="1570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97ACF-584B-4593-882F-703AD20F7E0E}">
      <dsp:nvSpPr>
        <dsp:cNvPr id="0" name=""/>
        <dsp:cNvSpPr/>
      </dsp:nvSpPr>
      <dsp:spPr>
        <a:xfrm>
          <a:off x="1825580" y="1707997"/>
          <a:ext cx="425769" cy="405649"/>
        </a:xfrm>
        <a:custGeom>
          <a:avLst/>
          <a:gdLst/>
          <a:ahLst/>
          <a:cxnLst/>
          <a:rect l="0" t="0" r="0" b="0"/>
          <a:pathLst>
            <a:path>
              <a:moveTo>
                <a:pt x="0" y="0"/>
              </a:moveTo>
              <a:lnTo>
                <a:pt x="212884" y="0"/>
              </a:lnTo>
              <a:lnTo>
                <a:pt x="212884" y="405649"/>
              </a:lnTo>
              <a:lnTo>
                <a:pt x="425769" y="40564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023763" y="1896120"/>
        <a:ext cx="29403" cy="29403"/>
      </dsp:txXfrm>
    </dsp:sp>
    <dsp:sp modelId="{76BF0D90-BE0C-44E5-9EA1-FFFC5158C3C4}">
      <dsp:nvSpPr>
        <dsp:cNvPr id="0" name=""/>
        <dsp:cNvSpPr/>
      </dsp:nvSpPr>
      <dsp:spPr>
        <a:xfrm>
          <a:off x="1825580" y="1302348"/>
          <a:ext cx="425769" cy="405649"/>
        </a:xfrm>
        <a:custGeom>
          <a:avLst/>
          <a:gdLst/>
          <a:ahLst/>
          <a:cxnLst/>
          <a:rect l="0" t="0" r="0" b="0"/>
          <a:pathLst>
            <a:path>
              <a:moveTo>
                <a:pt x="0" y="405649"/>
              </a:moveTo>
              <a:lnTo>
                <a:pt x="212884" y="405649"/>
              </a:lnTo>
              <a:lnTo>
                <a:pt x="212884" y="0"/>
              </a:lnTo>
              <a:lnTo>
                <a:pt x="425769" y="0"/>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023763" y="1490470"/>
        <a:ext cx="29403" cy="29403"/>
      </dsp:txXfrm>
    </dsp:sp>
    <dsp:sp modelId="{A127163A-EE17-45C0-B721-1876687D4DB1}">
      <dsp:nvSpPr>
        <dsp:cNvPr id="0" name=""/>
        <dsp:cNvSpPr/>
      </dsp:nvSpPr>
      <dsp:spPr>
        <a:xfrm rot="16200000">
          <a:off x="-206936" y="1383477"/>
          <a:ext cx="3415995" cy="64903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1866900">
            <a:lnSpc>
              <a:spcPct val="90000"/>
            </a:lnSpc>
            <a:spcBef>
              <a:spcPct val="0"/>
            </a:spcBef>
            <a:spcAft>
              <a:spcPct val="35000"/>
            </a:spcAft>
            <a:buNone/>
          </a:pPr>
          <a:r>
            <a:rPr lang="es-MX" sz="4200" kern="1200" dirty="0"/>
            <a:t>Clasificación</a:t>
          </a:r>
        </a:p>
      </dsp:txBody>
      <dsp:txXfrm>
        <a:off x="-206936" y="1383477"/>
        <a:ext cx="3415995" cy="649039"/>
      </dsp:txXfrm>
    </dsp:sp>
    <dsp:sp modelId="{0E6DDCB4-11DB-44B6-A2C2-EEFC75CC1CA7}">
      <dsp:nvSpPr>
        <dsp:cNvPr id="0" name=""/>
        <dsp:cNvSpPr/>
      </dsp:nvSpPr>
      <dsp:spPr>
        <a:xfrm>
          <a:off x="2251349" y="977828"/>
          <a:ext cx="2128848" cy="64903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s-MX" sz="3900" kern="1200" dirty="0"/>
            <a:t>Binaria</a:t>
          </a:r>
        </a:p>
      </dsp:txBody>
      <dsp:txXfrm>
        <a:off x="2251349" y="977828"/>
        <a:ext cx="2128848" cy="649039"/>
      </dsp:txXfrm>
    </dsp:sp>
    <dsp:sp modelId="{1A08FA0F-A7A2-4C23-B17B-3F3F746CBA2F}">
      <dsp:nvSpPr>
        <dsp:cNvPr id="0" name=""/>
        <dsp:cNvSpPr/>
      </dsp:nvSpPr>
      <dsp:spPr>
        <a:xfrm>
          <a:off x="2251349" y="1789127"/>
          <a:ext cx="2128848" cy="64903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s-MX" sz="3900" kern="1200" dirty="0"/>
            <a:t>Multiclase</a:t>
          </a:r>
        </a:p>
      </dsp:txBody>
      <dsp:txXfrm>
        <a:off x="2251349" y="1789127"/>
        <a:ext cx="2128848" cy="6490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EBAA2-7C58-43FF-BE30-80EEA20E0AF2}">
      <dsp:nvSpPr>
        <dsp:cNvPr id="0" name=""/>
        <dsp:cNvSpPr/>
      </dsp:nvSpPr>
      <dsp:spPr>
        <a:xfrm>
          <a:off x="2726560" y="1347344"/>
          <a:ext cx="166626" cy="2877087"/>
        </a:xfrm>
        <a:custGeom>
          <a:avLst/>
          <a:gdLst/>
          <a:ahLst/>
          <a:cxnLst/>
          <a:rect l="0" t="0" r="0" b="0"/>
          <a:pathLst>
            <a:path>
              <a:moveTo>
                <a:pt x="0" y="0"/>
              </a:moveTo>
              <a:lnTo>
                <a:pt x="0" y="2877087"/>
              </a:lnTo>
              <a:lnTo>
                <a:pt x="166626" y="287708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536C9F-501E-4B2D-B091-3CCE46E21E69}">
      <dsp:nvSpPr>
        <dsp:cNvPr id="0" name=""/>
        <dsp:cNvSpPr/>
      </dsp:nvSpPr>
      <dsp:spPr>
        <a:xfrm>
          <a:off x="2726560" y="1347344"/>
          <a:ext cx="166626" cy="2088387"/>
        </a:xfrm>
        <a:custGeom>
          <a:avLst/>
          <a:gdLst/>
          <a:ahLst/>
          <a:cxnLst/>
          <a:rect l="0" t="0" r="0" b="0"/>
          <a:pathLst>
            <a:path>
              <a:moveTo>
                <a:pt x="0" y="0"/>
              </a:moveTo>
              <a:lnTo>
                <a:pt x="0" y="2088387"/>
              </a:lnTo>
              <a:lnTo>
                <a:pt x="166626" y="208838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E25B57-CC65-4E78-A82C-88AC6B3101EB}">
      <dsp:nvSpPr>
        <dsp:cNvPr id="0" name=""/>
        <dsp:cNvSpPr/>
      </dsp:nvSpPr>
      <dsp:spPr>
        <a:xfrm>
          <a:off x="2726560" y="1347344"/>
          <a:ext cx="166626" cy="1299688"/>
        </a:xfrm>
        <a:custGeom>
          <a:avLst/>
          <a:gdLst/>
          <a:ahLst/>
          <a:cxnLst/>
          <a:rect l="0" t="0" r="0" b="0"/>
          <a:pathLst>
            <a:path>
              <a:moveTo>
                <a:pt x="0" y="0"/>
              </a:moveTo>
              <a:lnTo>
                <a:pt x="0" y="1299688"/>
              </a:lnTo>
              <a:lnTo>
                <a:pt x="166626" y="129968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2A9FD5-9731-448B-B8FF-09EEB5442613}">
      <dsp:nvSpPr>
        <dsp:cNvPr id="0" name=""/>
        <dsp:cNvSpPr/>
      </dsp:nvSpPr>
      <dsp:spPr>
        <a:xfrm>
          <a:off x="2726560" y="1347344"/>
          <a:ext cx="166626" cy="510988"/>
        </a:xfrm>
        <a:custGeom>
          <a:avLst/>
          <a:gdLst/>
          <a:ahLst/>
          <a:cxnLst/>
          <a:rect l="0" t="0" r="0" b="0"/>
          <a:pathLst>
            <a:path>
              <a:moveTo>
                <a:pt x="0" y="0"/>
              </a:moveTo>
              <a:lnTo>
                <a:pt x="0" y="510988"/>
              </a:lnTo>
              <a:lnTo>
                <a:pt x="166626" y="51098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3E986F-ADC9-4D47-9055-7C3C6D2A652E}">
      <dsp:nvSpPr>
        <dsp:cNvPr id="0" name=""/>
        <dsp:cNvSpPr/>
      </dsp:nvSpPr>
      <dsp:spPr>
        <a:xfrm>
          <a:off x="2498836" y="558644"/>
          <a:ext cx="672060" cy="233277"/>
        </a:xfrm>
        <a:custGeom>
          <a:avLst/>
          <a:gdLst/>
          <a:ahLst/>
          <a:cxnLst/>
          <a:rect l="0" t="0" r="0" b="0"/>
          <a:pathLst>
            <a:path>
              <a:moveTo>
                <a:pt x="0" y="0"/>
              </a:moveTo>
              <a:lnTo>
                <a:pt x="0" y="116638"/>
              </a:lnTo>
              <a:lnTo>
                <a:pt x="672060" y="116638"/>
              </a:lnTo>
              <a:lnTo>
                <a:pt x="672060" y="233277"/>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7D17BB-3B6F-4106-BFA6-CA2DA7041E98}">
      <dsp:nvSpPr>
        <dsp:cNvPr id="0" name=""/>
        <dsp:cNvSpPr/>
      </dsp:nvSpPr>
      <dsp:spPr>
        <a:xfrm>
          <a:off x="1382438" y="1347344"/>
          <a:ext cx="166626" cy="1299688"/>
        </a:xfrm>
        <a:custGeom>
          <a:avLst/>
          <a:gdLst/>
          <a:ahLst/>
          <a:cxnLst/>
          <a:rect l="0" t="0" r="0" b="0"/>
          <a:pathLst>
            <a:path>
              <a:moveTo>
                <a:pt x="0" y="0"/>
              </a:moveTo>
              <a:lnTo>
                <a:pt x="0" y="1299688"/>
              </a:lnTo>
              <a:lnTo>
                <a:pt x="166626" y="129968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50BD78-3F15-4260-994F-4185BD8BD7EE}">
      <dsp:nvSpPr>
        <dsp:cNvPr id="0" name=""/>
        <dsp:cNvSpPr/>
      </dsp:nvSpPr>
      <dsp:spPr>
        <a:xfrm>
          <a:off x="1382438" y="1347344"/>
          <a:ext cx="166626" cy="510988"/>
        </a:xfrm>
        <a:custGeom>
          <a:avLst/>
          <a:gdLst/>
          <a:ahLst/>
          <a:cxnLst/>
          <a:rect l="0" t="0" r="0" b="0"/>
          <a:pathLst>
            <a:path>
              <a:moveTo>
                <a:pt x="0" y="0"/>
              </a:moveTo>
              <a:lnTo>
                <a:pt x="0" y="510988"/>
              </a:lnTo>
              <a:lnTo>
                <a:pt x="166626" y="51098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363A7E-A3BF-4D7E-A706-0F278F2233FB}">
      <dsp:nvSpPr>
        <dsp:cNvPr id="0" name=""/>
        <dsp:cNvSpPr/>
      </dsp:nvSpPr>
      <dsp:spPr>
        <a:xfrm>
          <a:off x="1826775" y="558644"/>
          <a:ext cx="672060" cy="233277"/>
        </a:xfrm>
        <a:custGeom>
          <a:avLst/>
          <a:gdLst/>
          <a:ahLst/>
          <a:cxnLst/>
          <a:rect l="0" t="0" r="0" b="0"/>
          <a:pathLst>
            <a:path>
              <a:moveTo>
                <a:pt x="672060" y="0"/>
              </a:moveTo>
              <a:lnTo>
                <a:pt x="672060" y="116638"/>
              </a:lnTo>
              <a:lnTo>
                <a:pt x="0" y="116638"/>
              </a:lnTo>
              <a:lnTo>
                <a:pt x="0" y="233277"/>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5752A-A6F2-4D3C-BEA7-436F1A111EB0}">
      <dsp:nvSpPr>
        <dsp:cNvPr id="0" name=""/>
        <dsp:cNvSpPr/>
      </dsp:nvSpPr>
      <dsp:spPr>
        <a:xfrm>
          <a:off x="1943414" y="3222"/>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b="1" kern="1200" dirty="0"/>
            <a:t>Clasificadores</a:t>
          </a:r>
        </a:p>
      </dsp:txBody>
      <dsp:txXfrm>
        <a:off x="1943414" y="3222"/>
        <a:ext cx="1110844" cy="555422"/>
      </dsp:txXfrm>
    </dsp:sp>
    <dsp:sp modelId="{8ACDF764-7D28-449C-82B1-7DCB786868E0}">
      <dsp:nvSpPr>
        <dsp:cNvPr id="0" name=""/>
        <dsp:cNvSpPr/>
      </dsp:nvSpPr>
      <dsp:spPr>
        <a:xfrm>
          <a:off x="1271353" y="791922"/>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0" u="sng" kern="1200" dirty="0"/>
            <a:t>Clasificadores “perezosos”</a:t>
          </a:r>
        </a:p>
      </dsp:txBody>
      <dsp:txXfrm>
        <a:off x="1271353" y="791922"/>
        <a:ext cx="1110844" cy="555422"/>
      </dsp:txXfrm>
    </dsp:sp>
    <dsp:sp modelId="{86F3C186-7DE8-429D-9BAD-C67B7B47A5D9}">
      <dsp:nvSpPr>
        <dsp:cNvPr id="0" name=""/>
        <dsp:cNvSpPr/>
      </dsp:nvSpPr>
      <dsp:spPr>
        <a:xfrm>
          <a:off x="1549064" y="1580622"/>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a:t>K Vecinos Más Cercanos (KNN)</a:t>
          </a:r>
        </a:p>
      </dsp:txBody>
      <dsp:txXfrm>
        <a:off x="1549064" y="1580622"/>
        <a:ext cx="1110844" cy="555422"/>
      </dsp:txXfrm>
    </dsp:sp>
    <dsp:sp modelId="{3C7A258D-773E-40EC-84AF-2D10758C69DD}">
      <dsp:nvSpPr>
        <dsp:cNvPr id="0" name=""/>
        <dsp:cNvSpPr/>
      </dsp:nvSpPr>
      <dsp:spPr>
        <a:xfrm>
          <a:off x="1549064" y="2369321"/>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a:t>Aprendizaje basado en casos</a:t>
          </a:r>
        </a:p>
      </dsp:txBody>
      <dsp:txXfrm>
        <a:off x="1549064" y="2369321"/>
        <a:ext cx="1110844" cy="555422"/>
      </dsp:txXfrm>
    </dsp:sp>
    <dsp:sp modelId="{F21B41C3-4A6F-47D3-A1BA-1B7DBCA569F1}">
      <dsp:nvSpPr>
        <dsp:cNvPr id="0" name=""/>
        <dsp:cNvSpPr/>
      </dsp:nvSpPr>
      <dsp:spPr>
        <a:xfrm>
          <a:off x="2615475" y="791922"/>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u="sng" kern="1200" dirty="0"/>
            <a:t>Clasificadores “voraces”</a:t>
          </a:r>
        </a:p>
      </dsp:txBody>
      <dsp:txXfrm>
        <a:off x="2615475" y="791922"/>
        <a:ext cx="1110844" cy="555422"/>
      </dsp:txXfrm>
    </dsp:sp>
    <dsp:sp modelId="{1B9974D4-2786-49A9-AF07-DD94A6488060}">
      <dsp:nvSpPr>
        <dsp:cNvPr id="0" name=""/>
        <dsp:cNvSpPr/>
      </dsp:nvSpPr>
      <dsp:spPr>
        <a:xfrm>
          <a:off x="2893186" y="1580622"/>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a:t>Árboles de decisión</a:t>
          </a:r>
        </a:p>
      </dsp:txBody>
      <dsp:txXfrm>
        <a:off x="2893186" y="1580622"/>
        <a:ext cx="1110844" cy="555422"/>
      </dsp:txXfrm>
    </dsp:sp>
    <dsp:sp modelId="{F7F93593-5269-4AE4-AAA8-92396B0F9451}">
      <dsp:nvSpPr>
        <dsp:cNvPr id="0" name=""/>
        <dsp:cNvSpPr/>
      </dsp:nvSpPr>
      <dsp:spPr>
        <a:xfrm>
          <a:off x="2893186" y="2369321"/>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err="1"/>
            <a:t>Naive</a:t>
          </a:r>
          <a:r>
            <a:rPr lang="es-MX" sz="1200" i="1" kern="1200" dirty="0"/>
            <a:t> Bayes</a:t>
          </a:r>
        </a:p>
      </dsp:txBody>
      <dsp:txXfrm>
        <a:off x="2893186" y="2369321"/>
        <a:ext cx="1110844" cy="555422"/>
      </dsp:txXfrm>
    </dsp:sp>
    <dsp:sp modelId="{D5734728-6B43-42D3-8378-6AF7E4FA0E53}">
      <dsp:nvSpPr>
        <dsp:cNvPr id="0" name=""/>
        <dsp:cNvSpPr/>
      </dsp:nvSpPr>
      <dsp:spPr>
        <a:xfrm>
          <a:off x="2893186" y="3158021"/>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a:t>Redes Neuronales Artificiales</a:t>
          </a:r>
        </a:p>
      </dsp:txBody>
      <dsp:txXfrm>
        <a:off x="2893186" y="3158021"/>
        <a:ext cx="1110844" cy="555422"/>
      </dsp:txXfrm>
    </dsp:sp>
    <dsp:sp modelId="{751BCC82-BB1B-4CEA-9050-35F5577037D4}">
      <dsp:nvSpPr>
        <dsp:cNvPr id="0" name=""/>
        <dsp:cNvSpPr/>
      </dsp:nvSpPr>
      <dsp:spPr>
        <a:xfrm>
          <a:off x="2893186" y="3946721"/>
          <a:ext cx="1110844" cy="555422"/>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i="1" kern="1200" dirty="0"/>
            <a:t>Máquinas de Vectores de Soporte</a:t>
          </a:r>
        </a:p>
      </dsp:txBody>
      <dsp:txXfrm>
        <a:off x="2893186" y="3946721"/>
        <a:ext cx="1110844" cy="55542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7F4AA-6144-49D1-9537-E0281DEF6603}" type="datetimeFigureOut">
              <a:rPr lang="es-MX" smtClean="0"/>
              <a:t>29/08/23</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C54EAE-2605-42BF-86B0-8F9976F30C1F}" type="slidenum">
              <a:rPr lang="es-MX" smtClean="0"/>
              <a:t>‹Nº›</a:t>
            </a:fld>
            <a:endParaRPr lang="es-MX"/>
          </a:p>
        </p:txBody>
      </p:sp>
    </p:spTree>
    <p:extLst>
      <p:ext uri="{BB962C8B-B14F-4D97-AF65-F5344CB8AC3E}">
        <p14:creationId xmlns:p14="http://schemas.microsoft.com/office/powerpoint/2010/main" val="3989365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a:t>
            </a:fld>
            <a:endParaRPr lang="es-MX"/>
          </a:p>
        </p:txBody>
      </p:sp>
    </p:spTree>
    <p:extLst>
      <p:ext uri="{BB962C8B-B14F-4D97-AF65-F5344CB8AC3E}">
        <p14:creationId xmlns:p14="http://schemas.microsoft.com/office/powerpoint/2010/main" val="2869013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futuro pertenece a la ciencia de datos y a quienes la entiendan. Al igual que el petróleo y el gas impulsaron las economías de los siglos XX y XXI, los datos impulsan cada vez mas la innovación y la economía global a medida que avanzamos hacia una nueva era denominada la revolución digital.</a:t>
            </a:r>
          </a:p>
          <a:p>
            <a:r>
              <a:rPr lang="es-MX" dirty="0"/>
              <a:t>Las empresas que están cambiando a una mentalidad de datos van a obtener primero una enorme ventaja competitiva.</a:t>
            </a:r>
          </a:p>
          <a:p>
            <a:r>
              <a:rPr lang="es-MX" dirty="0"/>
              <a:t>Esto se ha convertido en una verdad universal: las empresas modernas se están inundando de </a:t>
            </a:r>
            <a:r>
              <a:rPr lang="es-MX" dirty="0" err="1"/>
              <a:t>big</a:t>
            </a:r>
            <a:r>
              <a:rPr lang="es-MX" dirty="0"/>
              <a:t> data. El año pasado, McKinsey estimó que las iniciativas de Big Data en el sistema de salud de los Estados Unidos, "podrían representar de $300 mil millones a $450 mil millones en gastos de salud reducidos o del 12 al 17 por ciento de la línea de base de $2.6 billones en costos de salud de los Estados Unidos". Por otro lado, sin embargo se estima que los datos erróneos le cuestan a los Estados Unidos </a:t>
            </a:r>
            <a:r>
              <a:rPr lang="es-MX" dirty="0" err="1"/>
              <a:t>apróximadamente</a:t>
            </a:r>
            <a:r>
              <a:rPr lang="es-MX" dirty="0"/>
              <a:t> $3.1 trillones de dólares al año.</a:t>
            </a:r>
          </a:p>
          <a:p>
            <a:r>
              <a:rPr lang="es-MX" dirty="0"/>
              <a:t>Aunque la ciencia de datos representará ventajas puntuales para las empresas como mitigar el riesgo y/o el fraude; entregar al cliente productos relevantes y tener experiencias personalizadas al mismo, es sin embargo, importante notar que la ciencia de datos podrá agregar un valor a </a:t>
            </a:r>
            <a:r>
              <a:rPr lang="es-MX" dirty="0" err="1"/>
              <a:t>cuaquier</a:t>
            </a:r>
            <a:r>
              <a:rPr lang="es-MX" dirty="0"/>
              <a:t> negocio, siempre y cuando pueda usar bien sus datos. El análisis de la información y la inteligencia de negocios ayudan a las organizaciones a tomar decisiones inteligentes basadas en el análisis de datos.</a:t>
            </a:r>
          </a:p>
          <a:p>
            <a:endParaRPr lang="es-MX" dirty="0"/>
          </a:p>
          <a:p>
            <a:r>
              <a:rPr lang="es-MX" dirty="0"/>
              <a:t>Qué aprenderás?</a:t>
            </a:r>
          </a:p>
          <a:p>
            <a:pPr algn="l">
              <a:buFont typeface="+mj-lt"/>
              <a:buAutoNum type="arabicPeriod"/>
            </a:pPr>
            <a:r>
              <a:rPr lang="es-MX" b="0" i="1" dirty="0">
                <a:solidFill>
                  <a:srgbClr val="212121"/>
                </a:solidFill>
                <a:effectLst/>
                <a:latin typeface="Georgia" panose="02040502050405020303" pitchFamily="18" charset="0"/>
              </a:rPr>
              <a:t>Introducir al alumno en los conceptos claves sobre la Ciencia de Datos y Big Data.</a:t>
            </a:r>
          </a:p>
          <a:p>
            <a:pPr algn="l">
              <a:buFont typeface="+mj-lt"/>
              <a:buAutoNum type="arabicPeriod"/>
            </a:pPr>
            <a:r>
              <a:rPr lang="es-MX" b="0" i="1" dirty="0">
                <a:solidFill>
                  <a:srgbClr val="212121"/>
                </a:solidFill>
                <a:effectLst/>
                <a:latin typeface="Georgia" panose="02040502050405020303" pitchFamily="18" charset="0"/>
              </a:rPr>
              <a:t>Comprender la forma en la que se gesta un proyecto de Ciencia de Datos.</a:t>
            </a:r>
          </a:p>
          <a:p>
            <a:pPr algn="l">
              <a:buFont typeface="+mj-lt"/>
              <a:buAutoNum type="arabicPeriod"/>
            </a:pPr>
            <a:r>
              <a:rPr lang="es-MX" b="0" i="1" dirty="0">
                <a:solidFill>
                  <a:srgbClr val="212121"/>
                </a:solidFill>
                <a:effectLst/>
                <a:latin typeface="Georgia" panose="02040502050405020303" pitchFamily="18" charset="0"/>
              </a:rPr>
              <a:t>Identificar los proyectos de esta disciplina que se pueden realizar en las diferentes áreas funcionales de una organización a través de casos de éxito en las diferentes industrias.</a:t>
            </a:r>
          </a:p>
          <a:p>
            <a:endParaRPr lang="es-MX" dirty="0"/>
          </a:p>
        </p:txBody>
      </p:sp>
      <p:sp>
        <p:nvSpPr>
          <p:cNvPr id="4" name="Marcador de número de diapositiva 3"/>
          <p:cNvSpPr>
            <a:spLocks noGrp="1"/>
          </p:cNvSpPr>
          <p:nvPr>
            <p:ph type="sldNum" sz="quarter" idx="5"/>
          </p:nvPr>
        </p:nvSpPr>
        <p:spPr/>
        <p:txBody>
          <a:bodyPr/>
          <a:lstStyle/>
          <a:p>
            <a:fld id="{6BB98AFB-CB0D-4DFE-87B9-B4B0D0DE73CD}" type="slidenum">
              <a:rPr lang="es-MX" smtClean="0"/>
              <a:t>5</a:t>
            </a:fld>
            <a:endParaRPr lang="es-MX"/>
          </a:p>
        </p:txBody>
      </p:sp>
    </p:spTree>
    <p:extLst>
      <p:ext uri="{BB962C8B-B14F-4D97-AF65-F5344CB8AC3E}">
        <p14:creationId xmlns:p14="http://schemas.microsoft.com/office/powerpoint/2010/main" val="2627182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800" b="0" i="0" dirty="0">
                <a:solidFill>
                  <a:srgbClr val="000000"/>
                </a:solidFill>
                <a:effectLst/>
                <a:latin typeface="JansonTextLTStd-Roman-Identity-H"/>
              </a:rPr>
              <a:t>El doctor John B. Rollins es un científico de datos de la organización de IBM </a:t>
            </a:r>
            <a:r>
              <a:rPr lang="es-MX" sz="1800" b="0" i="0" dirty="0" err="1">
                <a:solidFill>
                  <a:srgbClr val="000000"/>
                </a:solidFill>
                <a:effectLst/>
                <a:latin typeface="JansonTextLTStd-Roman-Identity-H"/>
              </a:rPr>
              <a:t>Analytics</a:t>
            </a:r>
            <a:r>
              <a:rPr lang="es-MX" sz="1800" b="0" i="0" dirty="0">
                <a:solidFill>
                  <a:srgbClr val="000000"/>
                </a:solidFill>
                <a:effectLst/>
                <a:latin typeface="JansonTextLTStd-Roman-Identity-H"/>
              </a:rPr>
              <a:t>. Tiene experiencia en ingeniería, minería de datos y econometría en muchas industrias. Posee siete patentes y es autor de un libro de texto de ingeniería que ha sido éxito de ventas y de muchos documentos técnicos. Es doctor en ingeniería petrolera y economía por la Universidad de Texas A&amp;M.</a:t>
            </a:r>
            <a:br>
              <a:rPr lang="es-MX" dirty="0"/>
            </a:b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9</a:t>
            </a:fld>
            <a:endParaRPr lang="es-MX"/>
          </a:p>
        </p:txBody>
      </p:sp>
    </p:spTree>
    <p:extLst>
      <p:ext uri="{BB962C8B-B14F-4D97-AF65-F5344CB8AC3E}">
        <p14:creationId xmlns:p14="http://schemas.microsoft.com/office/powerpoint/2010/main" val="3891840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En esta etapa de la metodología es importante tener bien definida esta pregunta ya que dirigirá el enfoque analítico que abordaremos para resolver esta cuestión.</a:t>
            </a:r>
          </a:p>
          <a:p>
            <a:pPr algn="l"/>
            <a:r>
              <a:rPr lang="es-MX" b="0" i="0" dirty="0">
                <a:solidFill>
                  <a:srgbClr val="333333"/>
                </a:solidFill>
                <a:effectLst/>
                <a:latin typeface="Lato"/>
              </a:rPr>
              <a:t>Un científico de datos debe tener siempre presente que tendrá que estudiar el campo a donde aplicara el análisis para facilitar la comprensión de este. Ya que le da una importante ventaja a la hora de escoger como se abordara el problema.</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10</a:t>
            </a:fld>
            <a:endParaRPr lang="es-MX"/>
          </a:p>
        </p:txBody>
      </p:sp>
    </p:spTree>
    <p:extLst>
      <p:ext uri="{BB962C8B-B14F-4D97-AF65-F5344CB8AC3E}">
        <p14:creationId xmlns:p14="http://schemas.microsoft.com/office/powerpoint/2010/main" val="653331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Eligiéremos el enfoque analítico según el problema planteado:</a:t>
            </a:r>
          </a:p>
          <a:p>
            <a:pPr algn="l"/>
            <a:endParaRPr lang="es-MX" b="0" i="0" dirty="0">
              <a:solidFill>
                <a:srgbClr val="333333"/>
              </a:solidFill>
              <a:effectLst/>
              <a:latin typeface="Lato"/>
            </a:endParaRPr>
          </a:p>
          <a:p>
            <a:pPr marL="171450" indent="-171450" algn="l">
              <a:buFont typeface="Arial" panose="020B0604020202020204" pitchFamily="34" charset="0"/>
              <a:buChar char="•"/>
            </a:pPr>
            <a:r>
              <a:rPr lang="es-MX" b="0" i="0" dirty="0">
                <a:solidFill>
                  <a:srgbClr val="333333"/>
                </a:solidFill>
                <a:effectLst/>
                <a:latin typeface="Lato"/>
              </a:rPr>
              <a:t>Descriptivo: Estado actual del negocio.</a:t>
            </a:r>
          </a:p>
          <a:p>
            <a:pPr marL="171450" indent="-171450" algn="l">
              <a:buFont typeface="Arial" panose="020B0604020202020204" pitchFamily="34" charset="0"/>
              <a:buChar char="•"/>
            </a:pPr>
            <a:r>
              <a:rPr lang="es-MX" b="0" i="0" dirty="0">
                <a:solidFill>
                  <a:srgbClr val="333333"/>
                </a:solidFill>
                <a:effectLst/>
                <a:latin typeface="Lato"/>
              </a:rPr>
              <a:t>Diagnostico: ¿Por qué esta pasando esto?</a:t>
            </a:r>
          </a:p>
          <a:p>
            <a:pPr marL="171450" indent="-171450" algn="l">
              <a:buFont typeface="Arial" panose="020B0604020202020204" pitchFamily="34" charset="0"/>
              <a:buChar char="•"/>
            </a:pPr>
            <a:r>
              <a:rPr lang="es-MX" b="0" i="0" dirty="0">
                <a:solidFill>
                  <a:srgbClr val="333333"/>
                </a:solidFill>
                <a:effectLst/>
                <a:latin typeface="Lato"/>
              </a:rPr>
              <a:t>Predictivo: ¿Qué pasara después?</a:t>
            </a:r>
          </a:p>
          <a:p>
            <a:pPr marL="171450" indent="-171450" algn="l">
              <a:buFont typeface="Arial" panose="020B0604020202020204" pitchFamily="34" charset="0"/>
              <a:buChar char="•"/>
            </a:pPr>
            <a:r>
              <a:rPr lang="es-MX" b="0" i="0" dirty="0">
                <a:solidFill>
                  <a:srgbClr val="333333"/>
                </a:solidFill>
                <a:effectLst/>
                <a:latin typeface="Lato"/>
              </a:rPr>
              <a:t>Prescriptivo: ¿Cómo podemos resolverlo?</a:t>
            </a:r>
          </a:p>
          <a:p>
            <a:pPr marL="171450" indent="-171450" algn="l">
              <a:buFont typeface="Arial" panose="020B0604020202020204" pitchFamily="34" charset="0"/>
              <a:buChar char="•"/>
            </a:pPr>
            <a:endParaRPr lang="es-MX" b="0" i="0" dirty="0">
              <a:solidFill>
                <a:srgbClr val="333333"/>
              </a:solidFill>
              <a:effectLst/>
              <a:latin typeface="Lato"/>
            </a:endParaRPr>
          </a:p>
          <a:p>
            <a:pPr algn="l"/>
            <a:r>
              <a:rPr lang="es-MX" b="0" i="0" dirty="0">
                <a:solidFill>
                  <a:srgbClr val="333333"/>
                </a:solidFill>
                <a:effectLst/>
                <a:latin typeface="Lato"/>
              </a:rPr>
              <a:t>Si se quiere determinar las probabilidades de una acción un enfoque predictívo seria el adecuado.</a:t>
            </a:r>
          </a:p>
          <a:p>
            <a:pPr algn="l"/>
            <a:r>
              <a:rPr lang="es-MX" b="0" i="0" dirty="0">
                <a:solidFill>
                  <a:srgbClr val="333333"/>
                </a:solidFill>
                <a:effectLst/>
                <a:latin typeface="Lato"/>
              </a:rPr>
              <a:t>Si queremos encontrar relaciones entre un conjunto de datos un análisis descriptivo seria la mejor opción a tomar.</a:t>
            </a:r>
          </a:p>
          <a:p>
            <a:pPr algn="l"/>
            <a:r>
              <a:rPr lang="es-MX" b="0" i="0" dirty="0">
                <a:solidFill>
                  <a:srgbClr val="333333"/>
                </a:solidFill>
                <a:effectLst/>
                <a:latin typeface="Lato"/>
              </a:rPr>
              <a:t>En caso de que nuestro objetivo sea clasificar dos variables o la pregunta se trata de una respuesta binaria(sí o no) un modelo clasificador es la mejor herramienta.</a:t>
            </a:r>
          </a:p>
          <a:p>
            <a:pPr algn="l"/>
            <a:r>
              <a:rPr lang="es-MX" b="0" i="0" dirty="0">
                <a:solidFill>
                  <a:srgbClr val="333333"/>
                </a:solidFill>
                <a:effectLst/>
                <a:latin typeface="Lato"/>
              </a:rPr>
              <a:t>Si queremos encontrar relaciones entre nuestros datos machine learning es un método excelente para encontrar relaciones relevantes no identificadas a simple vista.</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11</a:t>
            </a:fld>
            <a:endParaRPr lang="es-MX"/>
          </a:p>
        </p:txBody>
      </p:sp>
    </p:spTree>
    <p:extLst>
      <p:ext uri="{BB962C8B-B14F-4D97-AF65-F5344CB8AC3E}">
        <p14:creationId xmlns:p14="http://schemas.microsoft.com/office/powerpoint/2010/main" val="4033593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En esta etapa lo que debemos plantearnos es qué datos necesitaremos de donde los obtendremos como los recolectaremos, como entenderlos y cómo tratarlos para que cumplan con la calidad necesaria.</a:t>
            </a:r>
          </a:p>
          <a:p>
            <a:pPr algn="l"/>
            <a:r>
              <a:rPr lang="es-MX" b="0" i="0" dirty="0">
                <a:solidFill>
                  <a:srgbClr val="333333"/>
                </a:solidFill>
                <a:effectLst/>
                <a:latin typeface="Lato"/>
              </a:rPr>
              <a:t>Esta parte es crucial ya que como la preparación de un plato de comida tener en claro los ingredientes nos acerca mas a un plato delicioso.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12</a:t>
            </a:fld>
            <a:endParaRPr lang="es-MX"/>
          </a:p>
        </p:txBody>
      </p:sp>
    </p:spTree>
    <p:extLst>
      <p:ext uri="{BB962C8B-B14F-4D97-AF65-F5344CB8AC3E}">
        <p14:creationId xmlns:p14="http://schemas.microsoft.com/office/powerpoint/2010/main" val="592249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Etapa en la que luego de haber elegido los correctos datos que necesitaremos empezamos la recolección de estos de las distintas fuentes donde pueden encontrarse.</a:t>
            </a: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13</a:t>
            </a:fld>
            <a:endParaRPr lang="es-MX"/>
          </a:p>
        </p:txBody>
      </p:sp>
    </p:spTree>
    <p:extLst>
      <p:ext uri="{BB962C8B-B14F-4D97-AF65-F5344CB8AC3E}">
        <p14:creationId xmlns:p14="http://schemas.microsoft.com/office/powerpoint/2010/main" val="246457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Después de obtener todos los datos que necesitamos es hora de hacer un pequeño análisis usando la visualización de datos para así poder determinar la naturaleza y estructura de nuestros datos.</a:t>
            </a:r>
          </a:p>
          <a:p>
            <a:pPr algn="l"/>
            <a:r>
              <a:rPr lang="es-MX" b="0" i="0" dirty="0">
                <a:solidFill>
                  <a:srgbClr val="333333"/>
                </a:solidFill>
                <a:effectLst/>
                <a:latin typeface="Lato"/>
              </a:rPr>
              <a:t>En esta esta etapa es muy importante darse cuenta de los pequeños detalles ya que encaminara mucho el rumbo de nuestro proyecto.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14</a:t>
            </a:fld>
            <a:endParaRPr lang="es-MX"/>
          </a:p>
        </p:txBody>
      </p:sp>
    </p:spTree>
    <p:extLst>
      <p:ext uri="{BB962C8B-B14F-4D97-AF65-F5344CB8AC3E}">
        <p14:creationId xmlns:p14="http://schemas.microsoft.com/office/powerpoint/2010/main" val="1941775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 panose="020B0604020202020204" pitchFamily="34" charset="0"/>
              <a:buChar char="•"/>
            </a:pPr>
            <a:r>
              <a:rPr lang="es-MX" sz="1800" b="0" i="0" dirty="0">
                <a:solidFill>
                  <a:srgbClr val="000000"/>
                </a:solidFill>
                <a:effectLst/>
                <a:latin typeface="JansonTextLTStd-Roman-Identity-H"/>
              </a:rPr>
              <a:t>Los científicos de datos utilizan un proceso llamado ingeniería de características para crear variables explicativas adicionales, también conocidas como indicadores o características, a través de una combinación de conocimiento en el dominio y de variables estructuradas existentes. Cuando hay disponibles datos en texto, como los registros del centro de atención al cliente o las observaciones de los médicos en forma no estructurada o semiestructurada, la analítica de texto se puede utilizar para derivar nuevas variables estructuradas y, así, enriquecer el conjunto de indicadores y mejorar la precisión del modelo.</a:t>
            </a:r>
            <a:r>
              <a:rPr lang="es-MX" dirty="0"/>
              <a:t>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b="0" i="0" dirty="0">
                <a:solidFill>
                  <a:srgbClr val="333333"/>
                </a:solidFill>
                <a:effectLst/>
                <a:latin typeface="Lato"/>
              </a:rPr>
              <a:t>Llego el momento más esperado para mí estas es de las etapas que más disfruto ya que suele ser un poco más compleja que las otras. Para esta parte de nuestro flujo en la metodología data </a:t>
            </a:r>
            <a:r>
              <a:rPr lang="es-MX" b="0" i="0" dirty="0" err="1">
                <a:solidFill>
                  <a:srgbClr val="333333"/>
                </a:solidFill>
                <a:effectLst/>
                <a:latin typeface="Lato"/>
              </a:rPr>
              <a:t>science</a:t>
            </a:r>
            <a:r>
              <a:rPr lang="es-MX" b="0" i="0" dirty="0">
                <a:solidFill>
                  <a:srgbClr val="333333"/>
                </a:solidFill>
                <a:effectLst/>
                <a:latin typeface="Lato"/>
              </a:rPr>
              <a:t> nos llego la hora de empezar a limpiar nuestra data y procesarla para que este acta para nuestro modelado.</a:t>
            </a:r>
            <a:br>
              <a:rPr lang="es-MX" dirty="0"/>
            </a:b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15</a:t>
            </a:fld>
            <a:endParaRPr lang="es-MX"/>
          </a:p>
        </p:txBody>
      </p:sp>
    </p:spTree>
    <p:extLst>
      <p:ext uri="{BB962C8B-B14F-4D97-AF65-F5344CB8AC3E}">
        <p14:creationId xmlns:p14="http://schemas.microsoft.com/office/powerpoint/2010/main" val="184085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19</a:t>
            </a:fld>
            <a:endParaRPr lang="es-MX"/>
          </a:p>
        </p:txBody>
      </p:sp>
    </p:spTree>
    <p:extLst>
      <p:ext uri="{BB962C8B-B14F-4D97-AF65-F5344CB8AC3E}">
        <p14:creationId xmlns:p14="http://schemas.microsoft.com/office/powerpoint/2010/main" val="2144901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Está es la parte más temida por los nuevos ya que es la que más matemática incluye y para ello debes tener buenos fundamentos de estadística aquí usando nuestra data preparada buscamos un modelo matemático que solucione y se acople a nuestra data de la manera más óptima.</a:t>
            </a:r>
          </a:p>
          <a:p>
            <a:pPr algn="l"/>
            <a:endParaRPr lang="es-MX" b="0" i="0" dirty="0">
              <a:solidFill>
                <a:srgbClr val="333333"/>
              </a:solidFill>
              <a:effectLst/>
              <a:latin typeface="Lato"/>
            </a:endParaRPr>
          </a:p>
          <a:p>
            <a:r>
              <a:rPr lang="es-MX" dirty="0">
                <a:effectLst/>
              </a:rPr>
              <a:t>Un </a:t>
            </a:r>
            <a:r>
              <a:rPr lang="es-MX">
                <a:effectLst/>
              </a:rPr>
              <a:t>consejo a veces </a:t>
            </a:r>
            <a:r>
              <a:rPr lang="es-MX" dirty="0">
                <a:effectLst/>
              </a:rPr>
              <a:t>la solución suele ser lo más simple.</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21</a:t>
            </a:fld>
            <a:endParaRPr lang="es-MX"/>
          </a:p>
        </p:txBody>
      </p:sp>
    </p:spTree>
    <p:extLst>
      <p:ext uri="{BB962C8B-B14F-4D97-AF65-F5344CB8AC3E}">
        <p14:creationId xmlns:p14="http://schemas.microsoft.com/office/powerpoint/2010/main" val="2919640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333333"/>
                </a:solidFill>
                <a:effectLst/>
                <a:latin typeface="Lato"/>
              </a:rPr>
              <a:t>Esta es una etapa crítica para el desarrollo del proyecto ya que es donde determinamos si nuestro modelo soluciona en realidad el problema planteado es decir cumple el propósito por el cual ha sido creado.</a:t>
            </a:r>
          </a:p>
          <a:p>
            <a:pPr algn="l"/>
            <a:r>
              <a:rPr lang="es-MX" b="0" i="0" dirty="0">
                <a:solidFill>
                  <a:srgbClr val="333333"/>
                </a:solidFill>
                <a:effectLst/>
                <a:latin typeface="Lato"/>
              </a:rPr>
              <a:t>Usando parte de nuestro </a:t>
            </a:r>
            <a:r>
              <a:rPr lang="es-MX" b="0" i="0" dirty="0" err="1">
                <a:solidFill>
                  <a:srgbClr val="333333"/>
                </a:solidFill>
                <a:effectLst/>
                <a:latin typeface="Lato"/>
              </a:rPr>
              <a:t>dataset</a:t>
            </a:r>
            <a:r>
              <a:rPr lang="es-MX" b="0" i="0" dirty="0">
                <a:solidFill>
                  <a:srgbClr val="333333"/>
                </a:solidFill>
                <a:effectLst/>
                <a:latin typeface="Lato"/>
              </a:rPr>
              <a:t> evaluamos qué tan efectivo es el modelo y si esta apto para ser usado.</a:t>
            </a:r>
          </a:p>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23</a:t>
            </a:fld>
            <a:endParaRPr lang="es-MX"/>
          </a:p>
        </p:txBody>
      </p:sp>
    </p:spTree>
    <p:extLst>
      <p:ext uri="{BB962C8B-B14F-4D97-AF65-F5344CB8AC3E}">
        <p14:creationId xmlns:p14="http://schemas.microsoft.com/office/powerpoint/2010/main" val="4173378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El despliegue es una </a:t>
            </a:r>
            <a:r>
              <a:rPr lang="es-MX" b="0" i="0" dirty="0" err="1">
                <a:solidFill>
                  <a:srgbClr val="333333"/>
                </a:solidFill>
                <a:effectLst/>
                <a:latin typeface="Lato"/>
              </a:rPr>
              <a:t>decision</a:t>
            </a:r>
            <a:r>
              <a:rPr lang="es-MX" b="0" i="0" dirty="0">
                <a:solidFill>
                  <a:srgbClr val="333333"/>
                </a:solidFill>
                <a:effectLst/>
                <a:latin typeface="Lato"/>
              </a:rPr>
              <a:t> muy importante ya que deberemos adaptarnos al entorno donde se consumirá el modelo, actualmente suelo desplegar mis modelos usando API REST en distintos lenguajes como Python, </a:t>
            </a:r>
            <a:r>
              <a:rPr lang="es-MX" b="0" i="0" dirty="0" err="1">
                <a:solidFill>
                  <a:srgbClr val="333333"/>
                </a:solidFill>
                <a:effectLst/>
                <a:latin typeface="Lato"/>
              </a:rPr>
              <a:t>Go</a:t>
            </a:r>
            <a:r>
              <a:rPr lang="es-MX" b="0" i="0" dirty="0">
                <a:solidFill>
                  <a:srgbClr val="333333"/>
                </a:solidFill>
                <a:effectLst/>
                <a:latin typeface="Lato"/>
              </a:rPr>
              <a:t> y R usando </a:t>
            </a:r>
            <a:r>
              <a:rPr lang="es-MX" b="0" i="0" dirty="0" err="1">
                <a:solidFill>
                  <a:srgbClr val="333333"/>
                </a:solidFill>
                <a:effectLst/>
                <a:latin typeface="Lato"/>
              </a:rPr>
              <a:t>Frameworks</a:t>
            </a:r>
            <a:r>
              <a:rPr lang="es-MX" b="0" i="0" dirty="0">
                <a:solidFill>
                  <a:srgbClr val="333333"/>
                </a:solidFill>
                <a:effectLst/>
                <a:latin typeface="Lato"/>
              </a:rPr>
              <a:t> para crear APIS REST.</a:t>
            </a:r>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24</a:t>
            </a:fld>
            <a:endParaRPr lang="es-MX"/>
          </a:p>
        </p:txBody>
      </p:sp>
    </p:spTree>
    <p:extLst>
      <p:ext uri="{BB962C8B-B14F-4D97-AF65-F5344CB8AC3E}">
        <p14:creationId xmlns:p14="http://schemas.microsoft.com/office/powerpoint/2010/main" val="2069461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33333"/>
                </a:solidFill>
                <a:effectLst/>
                <a:latin typeface="Lato"/>
              </a:rPr>
              <a:t>El momento de evaluar su desempeño en producción a llegado es hora de ver cómo nos fue y de empezar a plantear mejoras y </a:t>
            </a:r>
            <a:r>
              <a:rPr lang="es-MX" b="0" i="0" dirty="0" err="1">
                <a:solidFill>
                  <a:srgbClr val="333333"/>
                </a:solidFill>
                <a:effectLst/>
                <a:latin typeface="Lato"/>
              </a:rPr>
              <a:t>fix’s</a:t>
            </a:r>
            <a:r>
              <a:rPr lang="es-MX" b="0" i="0" dirty="0">
                <a:solidFill>
                  <a:srgbClr val="333333"/>
                </a:solidFill>
                <a:effectLst/>
                <a:latin typeface="Lato"/>
              </a:rPr>
              <a:t> ya sea para nuestra API o para nuestro Modelo. </a:t>
            </a:r>
            <a:r>
              <a:rPr lang="es-MX" b="0" i="0">
                <a:solidFill>
                  <a:srgbClr val="333333"/>
                </a:solidFill>
                <a:effectLst/>
                <a:latin typeface="Lato"/>
              </a:rPr>
              <a:t>Es por ello que la metodología de ciencia de datos se considera iterativa.</a:t>
            </a:r>
            <a:endParaRPr lang="es-MX"/>
          </a:p>
        </p:txBody>
      </p:sp>
      <p:sp>
        <p:nvSpPr>
          <p:cNvPr id="4" name="Marcador de número de diapositiva 3"/>
          <p:cNvSpPr>
            <a:spLocks noGrp="1"/>
          </p:cNvSpPr>
          <p:nvPr>
            <p:ph type="sldNum" sz="quarter" idx="5"/>
          </p:nvPr>
        </p:nvSpPr>
        <p:spPr/>
        <p:txBody>
          <a:bodyPr/>
          <a:lstStyle/>
          <a:p>
            <a:fld id="{DBC54EAE-2605-42BF-86B0-8F9976F30C1F}" type="slidenum">
              <a:rPr lang="es-MX" smtClean="0"/>
              <a:t>25</a:t>
            </a:fld>
            <a:endParaRPr lang="es-MX"/>
          </a:p>
        </p:txBody>
      </p:sp>
    </p:spTree>
    <p:extLst>
      <p:ext uri="{BB962C8B-B14F-4D97-AF65-F5344CB8AC3E}">
        <p14:creationId xmlns:p14="http://schemas.microsoft.com/office/powerpoint/2010/main" val="2754601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30</a:t>
            </a:fld>
            <a:endParaRPr lang="es-MX"/>
          </a:p>
        </p:txBody>
      </p:sp>
    </p:spTree>
    <p:extLst>
      <p:ext uri="{BB962C8B-B14F-4D97-AF65-F5344CB8AC3E}">
        <p14:creationId xmlns:p14="http://schemas.microsoft.com/office/powerpoint/2010/main" val="865457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31</a:t>
            </a:fld>
            <a:endParaRPr lang="es-MX"/>
          </a:p>
        </p:txBody>
      </p:sp>
    </p:spTree>
    <p:extLst>
      <p:ext uri="{BB962C8B-B14F-4D97-AF65-F5344CB8AC3E}">
        <p14:creationId xmlns:p14="http://schemas.microsoft.com/office/powerpoint/2010/main" val="2456088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BC54EAE-2605-42BF-86B0-8F9976F30C1F}" type="slidenum">
              <a:rPr lang="es-MX" smtClean="0"/>
              <a:t>32</a:t>
            </a:fld>
            <a:endParaRPr lang="es-MX"/>
          </a:p>
        </p:txBody>
      </p:sp>
    </p:spTree>
    <p:extLst>
      <p:ext uri="{BB962C8B-B14F-4D97-AF65-F5344CB8AC3E}">
        <p14:creationId xmlns:p14="http://schemas.microsoft.com/office/powerpoint/2010/main" val="487347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C324FA14-1E76-4E6A-BCB6-C24B6BC6655A}"/>
              </a:ext>
            </a:extLst>
          </p:cNvPr>
          <p:cNvSpPr>
            <a:spLocks noGrp="1" noRot="1" noChangeAspect="1" noChangeArrowheads="1" noTextEdit="1"/>
          </p:cNvSpPr>
          <p:nvPr>
            <p:ph type="sldImg"/>
          </p:nvPr>
        </p:nvSpPr>
        <p:spPr>
          <a:ln/>
        </p:spPr>
      </p:sp>
      <p:sp>
        <p:nvSpPr>
          <p:cNvPr id="12291" name="Notes Placeholder 2">
            <a:extLst>
              <a:ext uri="{FF2B5EF4-FFF2-40B4-BE49-F238E27FC236}">
                <a16:creationId xmlns:a16="http://schemas.microsoft.com/office/drawing/2014/main" id="{F08EEB1F-4C05-4932-B730-52ED04717B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s-MX">
              <a:latin typeface="Arial" panose="020B0604020202020204" pitchFamily="34" charset="0"/>
            </a:endParaRPr>
          </a:p>
        </p:txBody>
      </p:sp>
      <p:sp>
        <p:nvSpPr>
          <p:cNvPr id="12292" name="Slide Number Placeholder 3">
            <a:extLst>
              <a:ext uri="{FF2B5EF4-FFF2-40B4-BE49-F238E27FC236}">
                <a16:creationId xmlns:a16="http://schemas.microsoft.com/office/drawing/2014/main" id="{0809FC26-A331-4D35-961B-4D535CEF96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6DBD64-C2B8-4D74-A953-159D87F7D69B}" type="slidenum">
              <a:rPr lang="en-GB" altLang="es-MX"/>
              <a:pPr>
                <a:spcBef>
                  <a:spcPct val="0"/>
                </a:spcBef>
              </a:pPr>
              <a:t>35</a:t>
            </a:fld>
            <a:endParaRPr lang="en-GB" altLang="es-MX"/>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mundo, en la vida real clasificamos todo el tiempo, lo cual ayuda extraordinariamente en la toma de decisiones y en la organización de nuestras vidas:</a:t>
            </a:r>
          </a:p>
          <a:p>
            <a:pPr marL="171450" indent="-171450">
              <a:buFont typeface="Arial" panose="020B0604020202020204" pitchFamily="34" charset="0"/>
              <a:buChar char="•"/>
            </a:pPr>
            <a:r>
              <a:rPr lang="es-MX" dirty="0"/>
              <a:t>Clasificamos las sustancias en la tabla periódica</a:t>
            </a:r>
          </a:p>
          <a:p>
            <a:pPr marL="171450" indent="-171450">
              <a:buFont typeface="Arial" panose="020B0604020202020204" pitchFamily="34" charset="0"/>
              <a:buChar char="•"/>
            </a:pPr>
            <a:r>
              <a:rPr lang="es-MX" dirty="0"/>
              <a:t>Clasificamos a las personas según sus parecidos</a:t>
            </a:r>
          </a:p>
          <a:p>
            <a:pPr marL="171450" indent="-171450">
              <a:buFont typeface="Arial" panose="020B0604020202020204" pitchFamily="34" charset="0"/>
              <a:buChar char="•"/>
            </a:pPr>
            <a:r>
              <a:rPr lang="es-MX" dirty="0"/>
              <a:t>Clasificamos a la hora de escoger a alguien para un empleo</a:t>
            </a:r>
          </a:p>
          <a:p>
            <a:pPr marL="171450" indent="-171450">
              <a:buFont typeface="Arial" panose="020B0604020202020204" pitchFamily="34" charset="0"/>
              <a:buChar char="•"/>
            </a:pPr>
            <a:r>
              <a:rPr lang="es-MX" dirty="0"/>
              <a:t>Clasificamos los objetos que nos rodean</a:t>
            </a:r>
          </a:p>
          <a:p>
            <a:pPr marL="171450" indent="-171450">
              <a:buFont typeface="Arial" panose="020B0604020202020204" pitchFamily="34" charset="0"/>
              <a:buChar char="•"/>
            </a:pPr>
            <a:r>
              <a:rPr lang="es-MX" dirty="0"/>
              <a:t>Clasificamos a los seres vivos en Reinos.</a:t>
            </a:r>
          </a:p>
        </p:txBody>
      </p:sp>
      <p:sp>
        <p:nvSpPr>
          <p:cNvPr id="4" name="Marcador de número de diapositiva 3"/>
          <p:cNvSpPr>
            <a:spLocks noGrp="1"/>
          </p:cNvSpPr>
          <p:nvPr>
            <p:ph type="sldNum" sz="quarter" idx="5"/>
          </p:nvPr>
        </p:nvSpPr>
        <p:spPr/>
        <p:txBody>
          <a:bodyPr/>
          <a:lstStyle/>
          <a:p>
            <a:fld id="{0B93C8A5-D188-4507-8AF9-1D17845D4E40}" type="slidenum">
              <a:rPr lang="es-MX" smtClean="0"/>
              <a:t>39</a:t>
            </a:fld>
            <a:endParaRPr lang="es-MX"/>
          </a:p>
        </p:txBody>
      </p:sp>
    </p:spTree>
    <p:extLst>
      <p:ext uri="{BB962C8B-B14F-4D97-AF65-F5344CB8AC3E}">
        <p14:creationId xmlns:p14="http://schemas.microsoft.com/office/powerpoint/2010/main" val="3414766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Un sistema de clasificación se podría emplear para, según las características estudiadas de las enfermos de CoVID-19, predecir si un paciente requerirá ser hospitalizado o no. Para ello hay que estudiar la población de los pacientes enfermos que requirieron ser hospitalizados y los que no, y a partir de estos grupos, se crearía un modelo que permita predecir si dado un paciente, requerirá hospitalización o no.</a:t>
            </a:r>
          </a:p>
        </p:txBody>
      </p:sp>
      <p:sp>
        <p:nvSpPr>
          <p:cNvPr id="4" name="Marcador de número de diapositiva 3"/>
          <p:cNvSpPr>
            <a:spLocks noGrp="1"/>
          </p:cNvSpPr>
          <p:nvPr>
            <p:ph type="sldNum" sz="quarter" idx="5"/>
          </p:nvPr>
        </p:nvSpPr>
        <p:spPr/>
        <p:txBody>
          <a:bodyPr/>
          <a:lstStyle/>
          <a:p>
            <a:fld id="{0B93C8A5-D188-4507-8AF9-1D17845D4E40}" type="slidenum">
              <a:rPr lang="es-MX" smtClean="0"/>
              <a:t>40</a:t>
            </a:fld>
            <a:endParaRPr lang="es-MX"/>
          </a:p>
        </p:txBody>
      </p:sp>
    </p:spTree>
    <p:extLst>
      <p:ext uri="{BB962C8B-B14F-4D97-AF65-F5344CB8AC3E}">
        <p14:creationId xmlns:p14="http://schemas.microsoft.com/office/powerpoint/2010/main" val="900905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Esto ya se ha realizado, para predecir, por ejemplo, la probabilidad que tenían los pasajeros del </a:t>
            </a:r>
            <a:r>
              <a:rPr lang="es-MX" dirty="0" err="1"/>
              <a:t>Titanic</a:t>
            </a:r>
            <a:r>
              <a:rPr lang="es-MX" dirty="0"/>
              <a:t> de sobrevivir.</a:t>
            </a:r>
          </a:p>
        </p:txBody>
      </p:sp>
      <p:sp>
        <p:nvSpPr>
          <p:cNvPr id="4" name="Marcador de número de diapositiva 3"/>
          <p:cNvSpPr>
            <a:spLocks noGrp="1"/>
          </p:cNvSpPr>
          <p:nvPr>
            <p:ph type="sldNum" sz="quarter" idx="5"/>
          </p:nvPr>
        </p:nvSpPr>
        <p:spPr/>
        <p:txBody>
          <a:bodyPr/>
          <a:lstStyle/>
          <a:p>
            <a:fld id="{0B93C8A5-D188-4507-8AF9-1D17845D4E40}" type="slidenum">
              <a:rPr lang="es-MX" smtClean="0"/>
              <a:t>41</a:t>
            </a:fld>
            <a:endParaRPr lang="es-MX"/>
          </a:p>
        </p:txBody>
      </p:sp>
    </p:spTree>
    <p:extLst>
      <p:ext uri="{BB962C8B-B14F-4D97-AF65-F5344CB8AC3E}">
        <p14:creationId xmlns:p14="http://schemas.microsoft.com/office/powerpoint/2010/main" val="361139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p>
          <a:p>
            <a:endParaRPr lang="es-MX" b="0" i="0" dirty="0">
              <a:solidFill>
                <a:srgbClr val="000000"/>
              </a:solidFill>
              <a:effectLst/>
              <a:latin typeface="Roboto" panose="02000000000000000000" pitchFamily="2" charset="0"/>
            </a:endParaRPr>
          </a:p>
          <a:p>
            <a:r>
              <a:rPr lang="en-US" dirty="0"/>
              <a:t>https://builtin.com/data-science/supervised-machine-learning-classification</a:t>
            </a:r>
          </a:p>
          <a:p>
            <a:r>
              <a:rPr lang="es-MX" dirty="0"/>
              <a:t>https://serokell.io/blog/classification-algorithms</a:t>
            </a:r>
          </a:p>
          <a:p>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42</a:t>
            </a:fld>
            <a:endParaRPr lang="es-MX"/>
          </a:p>
        </p:txBody>
      </p:sp>
    </p:spTree>
    <p:extLst>
      <p:ext uri="{BB962C8B-B14F-4D97-AF65-F5344CB8AC3E}">
        <p14:creationId xmlns:p14="http://schemas.microsoft.com/office/powerpoint/2010/main" val="1373685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44</a:t>
            </a:fld>
            <a:endParaRPr lang="es-MX"/>
          </a:p>
        </p:txBody>
      </p:sp>
    </p:spTree>
    <p:extLst>
      <p:ext uri="{BB962C8B-B14F-4D97-AF65-F5344CB8AC3E}">
        <p14:creationId xmlns:p14="http://schemas.microsoft.com/office/powerpoint/2010/main" val="2941825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BCA927BF-EC20-3A46-BFF0-CA6A68420411}" type="slidenum">
              <a:rPr lang="es-MX" smtClean="0"/>
              <a:t>45</a:t>
            </a:fld>
            <a:endParaRPr lang="es-MX"/>
          </a:p>
        </p:txBody>
      </p:sp>
    </p:spTree>
    <p:extLst>
      <p:ext uri="{BB962C8B-B14F-4D97-AF65-F5344CB8AC3E}">
        <p14:creationId xmlns:p14="http://schemas.microsoft.com/office/powerpoint/2010/main" val="343176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47</a:t>
            </a:fld>
            <a:endParaRPr lang="es-MX"/>
          </a:p>
        </p:txBody>
      </p:sp>
    </p:spTree>
    <p:extLst>
      <p:ext uri="{BB962C8B-B14F-4D97-AF65-F5344CB8AC3E}">
        <p14:creationId xmlns:p14="http://schemas.microsoft.com/office/powerpoint/2010/main" val="2095494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48</a:t>
            </a:fld>
            <a:endParaRPr lang="es-MX"/>
          </a:p>
        </p:txBody>
      </p:sp>
    </p:spTree>
    <p:extLst>
      <p:ext uri="{BB962C8B-B14F-4D97-AF65-F5344CB8AC3E}">
        <p14:creationId xmlns:p14="http://schemas.microsoft.com/office/powerpoint/2010/main" val="221691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49</a:t>
            </a:fld>
            <a:endParaRPr lang="es-MX"/>
          </a:p>
        </p:txBody>
      </p:sp>
    </p:spTree>
    <p:extLst>
      <p:ext uri="{BB962C8B-B14F-4D97-AF65-F5344CB8AC3E}">
        <p14:creationId xmlns:p14="http://schemas.microsoft.com/office/powerpoint/2010/main" val="1270195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50</a:t>
            </a:fld>
            <a:endParaRPr lang="es-MX"/>
          </a:p>
        </p:txBody>
      </p:sp>
    </p:spTree>
    <p:extLst>
      <p:ext uri="{BB962C8B-B14F-4D97-AF65-F5344CB8AC3E}">
        <p14:creationId xmlns:p14="http://schemas.microsoft.com/office/powerpoint/2010/main" val="2883321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000000"/>
                </a:solidFill>
                <a:effectLst/>
                <a:latin typeface="Roboto" panose="02000000000000000000" pitchFamily="2" charset="0"/>
              </a:rPr>
              <a:t>Por ejemplo, la detección de spam en los proveedores de servicios de correo electrónico puede identificarse como un problema de clasificación. Esta es una clasificación binaria ya que solo hay 2 clases como spam y no spam. Un clasificador utiliza algunos datos de entrenamiento para comprender cómo las variables de entrada dadas se relacionan con la clase. En este caso, los correos electrónicos no deseados y no spam conocidos deben utilizarse como datos de entrenamiento. Cuando el clasificador se entrena con precisión, se puede utilizar para detectar un correo electrónico desconocido. </a:t>
            </a:r>
            <a:endParaRPr lang="es-MX" dirty="0"/>
          </a:p>
        </p:txBody>
      </p:sp>
      <p:sp>
        <p:nvSpPr>
          <p:cNvPr id="4" name="Marcador de número de diapositiva 3"/>
          <p:cNvSpPr>
            <a:spLocks noGrp="1"/>
          </p:cNvSpPr>
          <p:nvPr>
            <p:ph type="sldNum" sz="quarter" idx="5"/>
          </p:nvPr>
        </p:nvSpPr>
        <p:spPr/>
        <p:txBody>
          <a:bodyPr/>
          <a:lstStyle/>
          <a:p>
            <a:fld id="{0B93C8A5-D188-4507-8AF9-1D17845D4E40}" type="slidenum">
              <a:rPr lang="es-MX" smtClean="0"/>
              <a:t>51</a:t>
            </a:fld>
            <a:endParaRPr lang="es-MX"/>
          </a:p>
        </p:txBody>
      </p:sp>
    </p:spTree>
    <p:extLst>
      <p:ext uri="{BB962C8B-B14F-4D97-AF65-F5344CB8AC3E}">
        <p14:creationId xmlns:p14="http://schemas.microsoft.com/office/powerpoint/2010/main" val="1921329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023F6-F101-FBE9-B0E4-11B3FFFC78DB}"/>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928900FC-2CD9-AC4E-5C8E-2F5C8FD1F4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C8257DB0-7E61-FB0B-3A24-F78FFBE365E8}"/>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8CC86435-31B3-92BA-11C5-729BD0C519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A298BF3-74F9-9244-6BB9-A2F9CAD4CE51}"/>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4094138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03C8C0-0A22-4921-7E30-8109480A3AB6}"/>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2092A8EB-EAB4-15EF-5159-941130EB8FF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2E26E1A-9859-F99C-AC38-1A6AD265D639}"/>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3EECFA5D-0225-A820-7654-AFB936F91F1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9B43BFF-3E47-FAC7-DAA7-DE3B167226E3}"/>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187580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88F198-D5F2-2BEF-AFA8-56FC1FF829CB}"/>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5868D321-5C9A-BEFE-1DF2-A677402F51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829478E-2D58-95D0-0C20-52CD3D24A57F}"/>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E76D50FB-C5E1-18E6-7FD6-D0F1CE7B7A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1FABC29-F4A7-0D5D-05BC-9A2EE0B05BCE}"/>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156512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24AB6-1548-6418-2130-A8AAFDB2CEBA}"/>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ABE2F110-D00E-D525-C7D9-CB7404B6A17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0E6706E7-7964-E615-CD00-9B055EAA88D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576ED676-96EA-7FCD-ABB7-5922C545602B}"/>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6" name="Marcador de pie de página 5">
            <a:extLst>
              <a:ext uri="{FF2B5EF4-FFF2-40B4-BE49-F238E27FC236}">
                <a16:creationId xmlns:a16="http://schemas.microsoft.com/office/drawing/2014/main" id="{06755352-47F3-E64B-ABCC-F48510753A0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09D939-8A3C-E4BC-9002-4C6F371CBCB7}"/>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205899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1BA0AE-F9C0-EB7C-C7D0-1D27458E9A08}"/>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BA12B6A7-14B4-56FD-4854-E96FFA0A58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3F8379B2-0FEF-278B-8BD1-54DC60D7C879}"/>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E54FD023-8FFE-9A12-FB75-22AA4E70F5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F864EF8-A5F9-F190-088B-8FC77885B706}"/>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7F12469F-C9C5-1B36-AEE7-DB506306EAD7}"/>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8" name="Marcador de pie de página 7">
            <a:extLst>
              <a:ext uri="{FF2B5EF4-FFF2-40B4-BE49-F238E27FC236}">
                <a16:creationId xmlns:a16="http://schemas.microsoft.com/office/drawing/2014/main" id="{8C88BE21-5733-0259-F5BF-2710386420D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FB19DB0-C284-634A-8F50-5C81F35EB491}"/>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3872692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F57E5D-F919-388C-1F8A-0657B63C6B50}"/>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17F1692C-6439-8E3C-76FD-4AFCFD34B251}"/>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4" name="Marcador de pie de página 3">
            <a:extLst>
              <a:ext uri="{FF2B5EF4-FFF2-40B4-BE49-F238E27FC236}">
                <a16:creationId xmlns:a16="http://schemas.microsoft.com/office/drawing/2014/main" id="{1AEFF4D7-E630-C9F8-CE9D-9BFED0FE677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E86370B-185A-AC83-A8A4-3056ABF69E52}"/>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151772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16B6970-5D4B-59B7-B830-777303780FAB}"/>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3" name="Marcador de pie de página 2">
            <a:extLst>
              <a:ext uri="{FF2B5EF4-FFF2-40B4-BE49-F238E27FC236}">
                <a16:creationId xmlns:a16="http://schemas.microsoft.com/office/drawing/2014/main" id="{C6BB4CAF-BED3-4ADE-C27B-501AA60C69A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07FBDEF-96A3-8581-4231-E7DF352FCBE6}"/>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3054780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9A835E-81E4-9AED-0A7C-B5291DF2070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B943B5E3-5F66-CCDE-2ACD-DDF0DA7F2E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FA96963F-4B5D-84D2-7D84-D223EF622E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2D661AC-5FD3-8196-9A36-55F04AE9B2DC}"/>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6" name="Marcador de pie de página 5">
            <a:extLst>
              <a:ext uri="{FF2B5EF4-FFF2-40B4-BE49-F238E27FC236}">
                <a16:creationId xmlns:a16="http://schemas.microsoft.com/office/drawing/2014/main" id="{848EF1A7-DF68-25FE-8407-10B72A65847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EC42461-1279-D617-1B57-E865665A763F}"/>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613108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B700D3-3967-2EC7-06F4-C2B6E35F6D1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5F017191-C28D-830E-2447-337309A856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B6E1EC74-ED55-F6CD-2B93-649717333F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AA14F57-4C2F-25E4-D75E-A2612537ACE4}"/>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6" name="Marcador de pie de página 5">
            <a:extLst>
              <a:ext uri="{FF2B5EF4-FFF2-40B4-BE49-F238E27FC236}">
                <a16:creationId xmlns:a16="http://schemas.microsoft.com/office/drawing/2014/main" id="{F03714D4-D3B0-247B-E56F-3E905C9C101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AB96A0D-03F4-5DB1-EC42-ACA8822AF442}"/>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2348842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140F50-0D29-6DE4-A8E8-B3D06F99060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AE99B79-9C85-DF0E-7718-1B55E16AF3C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C83A748A-F6AA-9465-3877-1FA524507253}"/>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77C4732B-BC1A-BB28-803C-AD1867A19B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B17CCBF-5DE8-53C2-1060-B87F85E47625}"/>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3282077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5AEA44F-506B-4DCA-8228-D1CE0D1785A5}"/>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BB00CF14-B45A-41FB-96D6-C2BADDB35AB1}"/>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6683DAA-00DE-A397-BA9E-D71C39C99AFA}"/>
              </a:ext>
            </a:extLst>
          </p:cNvPr>
          <p:cNvSpPr>
            <a:spLocks noGrp="1"/>
          </p:cNvSpPr>
          <p:nvPr>
            <p:ph type="dt" sz="half" idx="10"/>
          </p:nvPr>
        </p:nvSpPr>
        <p:spPr/>
        <p:txBody>
          <a:body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B1754BD0-E171-D07D-22EA-9A807B6C9E0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215EE7F-B0CA-908B-2889-21B4AF997415}"/>
              </a:ext>
            </a:extLst>
          </p:cNvPr>
          <p:cNvSpPr>
            <a:spLocks noGrp="1"/>
          </p:cNvSpPr>
          <p:nvPr>
            <p:ph type="sldNum" sz="quarter" idx="12"/>
          </p:nvPr>
        </p:nvSpPr>
        <p:spPr/>
        <p:txBody>
          <a:bodyPr/>
          <a:lstStyle/>
          <a:p>
            <a:fld id="{D19BE059-4B35-4699-8AFC-839D5271C464}" type="slidenum">
              <a:rPr lang="es-MX" smtClean="0"/>
              <a:t>‹Nº›</a:t>
            </a:fld>
            <a:endParaRPr lang="es-MX"/>
          </a:p>
        </p:txBody>
      </p:sp>
    </p:spTree>
    <p:extLst>
      <p:ext uri="{BB962C8B-B14F-4D97-AF65-F5344CB8AC3E}">
        <p14:creationId xmlns:p14="http://schemas.microsoft.com/office/powerpoint/2010/main" val="1000695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5CE301-1559-4ECD-A684-E49185A29C26}"/>
              </a:ext>
            </a:extLst>
          </p:cNvPr>
          <p:cNvSpPr>
            <a:spLocks noGrp="1"/>
          </p:cNvSpPr>
          <p:nvPr>
            <p:ph type="title"/>
          </p:nvPr>
        </p:nvSpPr>
        <p:spPr>
          <a:xfrm>
            <a:off x="609600" y="277814"/>
            <a:ext cx="10972800" cy="1139825"/>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FF36B51-6CCD-4018-BC9E-92EC0A720A5C}"/>
              </a:ext>
            </a:extLst>
          </p:cNvPr>
          <p:cNvSpPr>
            <a:spLocks noGrp="1"/>
          </p:cNvSpPr>
          <p:nvPr>
            <p:ph type="body" sz="half" idx="1"/>
          </p:nvPr>
        </p:nvSpPr>
        <p:spPr>
          <a:xfrm>
            <a:off x="609600" y="1600201"/>
            <a:ext cx="5384800" cy="45307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9038CDC-3883-40C5-8465-55FB20F58CF0}"/>
              </a:ext>
            </a:extLst>
          </p:cNvPr>
          <p:cNvSpPr>
            <a:spLocks noGrp="1"/>
          </p:cNvSpPr>
          <p:nvPr>
            <p:ph sz="half" idx="2"/>
          </p:nvPr>
        </p:nvSpPr>
        <p:spPr>
          <a:xfrm>
            <a:off x="6197600" y="1600201"/>
            <a:ext cx="5384800" cy="45307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pie de página 4">
            <a:extLst>
              <a:ext uri="{FF2B5EF4-FFF2-40B4-BE49-F238E27FC236}">
                <a16:creationId xmlns:a16="http://schemas.microsoft.com/office/drawing/2014/main" id="{91B7D365-D3EB-4FB7-8A42-9D8419FBA425}"/>
              </a:ext>
            </a:extLst>
          </p:cNvPr>
          <p:cNvSpPr>
            <a:spLocks noGrp="1"/>
          </p:cNvSpPr>
          <p:nvPr>
            <p:ph type="ftr" sz="quarter" idx="10"/>
          </p:nvPr>
        </p:nvSpPr>
        <p:spPr>
          <a:xfrm>
            <a:off x="609600" y="6248400"/>
            <a:ext cx="7416800" cy="457200"/>
          </a:xfrm>
        </p:spPr>
        <p:txBody>
          <a:bodyPr/>
          <a:lstStyle>
            <a:lvl1pPr>
              <a:defRPr/>
            </a:lvl1pPr>
          </a:lstStyle>
          <a:p>
            <a:r>
              <a:rPr lang="en-US" altLang="en-US"/>
              <a:t>49</a:t>
            </a:r>
          </a:p>
        </p:txBody>
      </p:sp>
      <p:sp>
        <p:nvSpPr>
          <p:cNvPr id="6" name="Marcador de número de diapositiva 5">
            <a:extLst>
              <a:ext uri="{FF2B5EF4-FFF2-40B4-BE49-F238E27FC236}">
                <a16:creationId xmlns:a16="http://schemas.microsoft.com/office/drawing/2014/main" id="{BADE81EF-EAD2-48B1-B2A5-27375377C9EA}"/>
              </a:ext>
            </a:extLst>
          </p:cNvPr>
          <p:cNvSpPr>
            <a:spLocks noGrp="1"/>
          </p:cNvSpPr>
          <p:nvPr>
            <p:ph type="sldNum" sz="quarter" idx="11"/>
          </p:nvPr>
        </p:nvSpPr>
        <p:spPr>
          <a:xfrm>
            <a:off x="8737600" y="6243638"/>
            <a:ext cx="2844800" cy="457200"/>
          </a:xfrm>
        </p:spPr>
        <p:txBody>
          <a:bodyPr/>
          <a:lstStyle>
            <a:lvl1pPr>
              <a:defRPr/>
            </a:lvl1pPr>
          </a:lstStyle>
          <a:p>
            <a:fld id="{04D4CB45-B962-4C4C-B9CF-5638FD8CEB0D}" type="slidenum">
              <a:rPr lang="en-US" altLang="en-US"/>
              <a:pPr/>
              <a:t>‹Nº›</a:t>
            </a:fld>
            <a:endParaRPr lang="en-US" altLang="en-US"/>
          </a:p>
        </p:txBody>
      </p:sp>
    </p:spTree>
    <p:extLst>
      <p:ext uri="{BB962C8B-B14F-4D97-AF65-F5344CB8AC3E}">
        <p14:creationId xmlns:p14="http://schemas.microsoft.com/office/powerpoint/2010/main" val="275177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65649A3-7E05-222C-45BF-DEA9D95734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2C072AA2-F2EF-6095-C284-37AC78975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107F117E-D6BD-207B-57E7-548C0B625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BB7AF6-620C-4860-B3C2-7ED5E6A27F71}" type="datetimeFigureOut">
              <a:rPr lang="es-MX" smtClean="0"/>
              <a:t>29/08/23</a:t>
            </a:fld>
            <a:endParaRPr lang="es-MX"/>
          </a:p>
        </p:txBody>
      </p:sp>
      <p:sp>
        <p:nvSpPr>
          <p:cNvPr id="5" name="Marcador de pie de página 4">
            <a:extLst>
              <a:ext uri="{FF2B5EF4-FFF2-40B4-BE49-F238E27FC236}">
                <a16:creationId xmlns:a16="http://schemas.microsoft.com/office/drawing/2014/main" id="{78BE0BC8-F28C-D6E5-C161-9B97F473EC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57E2527-E697-C42C-4F1C-E99E4A235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9BE059-4B35-4699-8AFC-839D5271C464}" type="slidenum">
              <a:rPr lang="es-MX" smtClean="0"/>
              <a:t>‹Nº›</a:t>
            </a:fld>
            <a:endParaRPr lang="es-MX"/>
          </a:p>
        </p:txBody>
      </p:sp>
    </p:spTree>
    <p:extLst>
      <p:ext uri="{BB962C8B-B14F-4D97-AF65-F5344CB8AC3E}">
        <p14:creationId xmlns:p14="http://schemas.microsoft.com/office/powerpoint/2010/main" val="335057182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azaro.bustio@ibero.m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2.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6">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ítulo 10">
            <a:extLst>
              <a:ext uri="{FF2B5EF4-FFF2-40B4-BE49-F238E27FC236}">
                <a16:creationId xmlns:a16="http://schemas.microsoft.com/office/drawing/2014/main" id="{0E917496-98F9-AB50-F220-68B198DBD88F}"/>
              </a:ext>
            </a:extLst>
          </p:cNvPr>
          <p:cNvSpPr>
            <a:spLocks noGrp="1"/>
          </p:cNvSpPr>
          <p:nvPr>
            <p:ph type="ctrTitle"/>
          </p:nvPr>
        </p:nvSpPr>
        <p:spPr>
          <a:xfrm>
            <a:off x="477981" y="1122363"/>
            <a:ext cx="4023360" cy="3204134"/>
          </a:xfrm>
        </p:spPr>
        <p:txBody>
          <a:bodyPr anchor="b">
            <a:normAutofit/>
          </a:bodyPr>
          <a:lstStyle/>
          <a:p>
            <a:pPr algn="l"/>
            <a:r>
              <a:rPr lang="es-MX" sz="4400" dirty="0"/>
              <a:t>Ciencia de Datos para (no) ingenieros</a:t>
            </a:r>
          </a:p>
        </p:txBody>
      </p:sp>
      <p:sp>
        <p:nvSpPr>
          <p:cNvPr id="12" name="Subtítulo 11">
            <a:extLst>
              <a:ext uri="{FF2B5EF4-FFF2-40B4-BE49-F238E27FC236}">
                <a16:creationId xmlns:a16="http://schemas.microsoft.com/office/drawing/2014/main" id="{306D9942-375F-1C2C-D529-55CE5201A52B}"/>
              </a:ext>
            </a:extLst>
          </p:cNvPr>
          <p:cNvSpPr>
            <a:spLocks noGrp="1"/>
          </p:cNvSpPr>
          <p:nvPr>
            <p:ph type="subTitle" idx="1"/>
          </p:nvPr>
        </p:nvSpPr>
        <p:spPr>
          <a:xfrm>
            <a:off x="477981" y="4872922"/>
            <a:ext cx="3933306" cy="1208141"/>
          </a:xfrm>
        </p:spPr>
        <p:txBody>
          <a:bodyPr>
            <a:normAutofit/>
          </a:bodyPr>
          <a:lstStyle/>
          <a:p>
            <a:pPr algn="l"/>
            <a:r>
              <a:rPr lang="es-MX" sz="1100" dirty="0"/>
              <a:t>Lázaro Bustio Martínez (</a:t>
            </a:r>
            <a:r>
              <a:rPr lang="es-MX" sz="1100" dirty="0">
                <a:hlinkClick r:id="rId3"/>
              </a:rPr>
              <a:t>lazaro.bustio@ibero.mx</a:t>
            </a:r>
            <a:r>
              <a:rPr lang="es-MX" sz="1100" dirty="0"/>
              <a:t>)</a:t>
            </a:r>
          </a:p>
          <a:p>
            <a:pPr algn="l"/>
            <a:r>
              <a:rPr lang="es-MX" sz="1100" dirty="0"/>
              <a:t>Otoño 2023</a:t>
            </a:r>
          </a:p>
        </p:txBody>
      </p:sp>
      <p:sp>
        <p:nvSpPr>
          <p:cNvPr id="28"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Imagen 3">
            <a:extLst>
              <a:ext uri="{FF2B5EF4-FFF2-40B4-BE49-F238E27FC236}">
                <a16:creationId xmlns:a16="http://schemas.microsoft.com/office/drawing/2014/main" id="{CB3F812A-6E9E-72BA-F0B8-16BA6AA0E4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937352" y="2360806"/>
            <a:ext cx="6700875" cy="1985134"/>
          </a:xfrm>
          <a:prstGeom prst="rect">
            <a:avLst/>
          </a:prstGeom>
        </p:spPr>
      </p:pic>
    </p:spTree>
    <p:extLst>
      <p:ext uri="{BB962C8B-B14F-4D97-AF65-F5344CB8AC3E}">
        <p14:creationId xmlns:p14="http://schemas.microsoft.com/office/powerpoint/2010/main" val="66565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A1FFF4-4E54-1942-745E-C75C2C59B392}"/>
              </a:ext>
            </a:extLst>
          </p:cNvPr>
          <p:cNvSpPr>
            <a:spLocks noGrp="1"/>
          </p:cNvSpPr>
          <p:nvPr>
            <p:ph type="title"/>
          </p:nvPr>
        </p:nvSpPr>
        <p:spPr>
          <a:xfrm>
            <a:off x="841248" y="426720"/>
            <a:ext cx="10506456" cy="1919141"/>
          </a:xfrm>
        </p:spPr>
        <p:txBody>
          <a:bodyPr anchor="b">
            <a:normAutofit/>
          </a:bodyPr>
          <a:lstStyle/>
          <a:p>
            <a:r>
              <a:rPr lang="es-MX" sz="6000"/>
              <a:t>Agenda</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EE13E3C4-54BA-8F37-A794-6BCF785273B1}"/>
              </a:ext>
            </a:extLst>
          </p:cNvPr>
          <p:cNvSpPr>
            <a:spLocks noGrp="1"/>
          </p:cNvSpPr>
          <p:nvPr>
            <p:ph idx="1"/>
          </p:nvPr>
        </p:nvSpPr>
        <p:spPr>
          <a:xfrm>
            <a:off x="841248" y="3337269"/>
            <a:ext cx="10509504" cy="2905686"/>
          </a:xfrm>
        </p:spPr>
        <p:txBody>
          <a:bodyPr>
            <a:normAutofit lnSpcReduction="10000"/>
          </a:bodyPr>
          <a:lstStyle/>
          <a:p>
            <a:pPr lvl="0"/>
            <a:r>
              <a:rPr lang="es-MX" sz="2000" dirty="0"/>
              <a:t>Introducción.</a:t>
            </a:r>
          </a:p>
          <a:p>
            <a:pPr lvl="0"/>
            <a:r>
              <a:rPr lang="es-MX" sz="2000" dirty="0"/>
              <a:t>Metodología Fundamental para la Ciencia de Datos de IBM.</a:t>
            </a:r>
          </a:p>
          <a:p>
            <a:pPr lvl="1"/>
            <a:r>
              <a:rPr lang="es-MX" sz="1600" dirty="0"/>
              <a:t>Pre-procesamiento de datos y Análisis Exploratorio (limpieza, valores faltantes, reducción de dimensionalidad entre otros).</a:t>
            </a:r>
          </a:p>
          <a:p>
            <a:pPr lvl="1"/>
            <a:r>
              <a:rPr lang="es-MX" sz="1600" dirty="0"/>
              <a:t>Aprendizaje no supervisado.</a:t>
            </a:r>
          </a:p>
          <a:p>
            <a:pPr lvl="0"/>
            <a:r>
              <a:rPr lang="es-MX" sz="2000" dirty="0"/>
              <a:t>Análisis de agrupamiento de datos (Kmeans).</a:t>
            </a:r>
          </a:p>
          <a:p>
            <a:pPr lvl="0"/>
            <a:r>
              <a:rPr lang="es-MX" sz="2000" dirty="0"/>
              <a:t>Aprendizaje supervisado.</a:t>
            </a:r>
          </a:p>
          <a:p>
            <a:pPr lvl="1"/>
            <a:r>
              <a:rPr lang="es-MX" sz="1600" dirty="0"/>
              <a:t>Clasificación de datos (KNN).</a:t>
            </a:r>
          </a:p>
          <a:p>
            <a:pPr lvl="0"/>
            <a:r>
              <a:rPr lang="es-MX" sz="2000" dirty="0"/>
              <a:t>Temas avanzados de Ciencia de Datos.</a:t>
            </a:r>
          </a:p>
          <a:p>
            <a:endParaRPr lang="es-MX" sz="2000" dirty="0"/>
          </a:p>
        </p:txBody>
      </p:sp>
    </p:spTree>
    <p:extLst>
      <p:ext uri="{BB962C8B-B14F-4D97-AF65-F5344CB8AC3E}">
        <p14:creationId xmlns:p14="http://schemas.microsoft.com/office/powerpoint/2010/main" val="3497023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4D3FC20-C9C1-D585-07D5-517FD3007CFC}"/>
              </a:ext>
            </a:extLst>
          </p:cNvPr>
          <p:cNvSpPr>
            <a:spLocks noGrp="1"/>
          </p:cNvSpPr>
          <p:nvPr>
            <p:ph type="title"/>
          </p:nvPr>
        </p:nvSpPr>
        <p:spPr>
          <a:xfrm>
            <a:off x="841248" y="502920"/>
            <a:ext cx="10509504" cy="1975104"/>
          </a:xfrm>
        </p:spPr>
        <p:txBody>
          <a:bodyPr anchor="b">
            <a:normAutofit/>
          </a:bodyPr>
          <a:lstStyle/>
          <a:p>
            <a:r>
              <a:rPr lang="es-ES" sz="5400"/>
              <a:t>Objetivos del Taller</a:t>
            </a:r>
            <a:endParaRPr lang="es-MX" sz="5400"/>
          </a:p>
        </p:txBody>
      </p:sp>
      <p:sp>
        <p:nvSpPr>
          <p:cNvPr id="10" name="Rectangle 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EC7609C7-822A-64CB-5B9E-0C3340AFBFF3}"/>
              </a:ext>
            </a:extLst>
          </p:cNvPr>
          <p:cNvSpPr>
            <a:spLocks noGrp="1"/>
          </p:cNvSpPr>
          <p:nvPr>
            <p:ph idx="1"/>
          </p:nvPr>
        </p:nvSpPr>
        <p:spPr>
          <a:xfrm>
            <a:off x="841248" y="3328416"/>
            <a:ext cx="10509504" cy="2715768"/>
          </a:xfrm>
        </p:spPr>
        <p:txBody>
          <a:bodyPr>
            <a:normAutofit/>
          </a:bodyPr>
          <a:lstStyle/>
          <a:p>
            <a:r>
              <a:rPr lang="es-MX" sz="2200" dirty="0"/>
              <a:t>Comprender la Metodología Fundamental para la Ciencia de Datos de IBM.</a:t>
            </a:r>
          </a:p>
          <a:p>
            <a:r>
              <a:rPr lang="es-MX" sz="2200" dirty="0"/>
              <a:t>Dominar las principales técnicas y conceptos de Ciencia de Datos.</a:t>
            </a:r>
          </a:p>
          <a:p>
            <a:r>
              <a:rPr lang="es-MX" sz="2200" dirty="0"/>
              <a:t>Seleccionar y aplicar las técnicas de Ciencia de Datos adecuadas a problemas específicos.</a:t>
            </a:r>
          </a:p>
          <a:p>
            <a:endParaRPr lang="es-MX" sz="2200" dirty="0"/>
          </a:p>
        </p:txBody>
      </p:sp>
    </p:spTree>
    <p:extLst>
      <p:ext uri="{BB962C8B-B14F-4D97-AF65-F5344CB8AC3E}">
        <p14:creationId xmlns:p14="http://schemas.microsoft.com/office/powerpoint/2010/main" val="2613641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0270D5D-0692-6832-5AD8-622800EAA81F}"/>
              </a:ext>
            </a:extLst>
          </p:cNvPr>
          <p:cNvSpPr>
            <a:spLocks noGrp="1"/>
          </p:cNvSpPr>
          <p:nvPr>
            <p:ph type="title"/>
          </p:nvPr>
        </p:nvSpPr>
        <p:spPr>
          <a:xfrm>
            <a:off x="1115568" y="548640"/>
            <a:ext cx="10168128" cy="1179576"/>
          </a:xfrm>
        </p:spPr>
        <p:txBody>
          <a:bodyPr>
            <a:normAutofit/>
          </a:bodyPr>
          <a:lstStyle/>
          <a:p>
            <a:r>
              <a:rPr lang="es-ES" sz="4000"/>
              <a:t>Bibliografía</a:t>
            </a:r>
            <a:endParaRPr lang="es-MX"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685E3B89-A358-4BAC-861D-C9958EDF0937}"/>
              </a:ext>
            </a:extLst>
          </p:cNvPr>
          <p:cNvSpPr>
            <a:spLocks noGrp="1"/>
          </p:cNvSpPr>
          <p:nvPr>
            <p:ph idx="1"/>
          </p:nvPr>
        </p:nvSpPr>
        <p:spPr>
          <a:xfrm>
            <a:off x="1115568" y="2481943"/>
            <a:ext cx="10168128" cy="3695020"/>
          </a:xfrm>
        </p:spPr>
        <p:txBody>
          <a:bodyPr>
            <a:normAutofit lnSpcReduction="10000"/>
          </a:bodyPr>
          <a:lstStyle/>
          <a:p>
            <a:r>
              <a:rPr lang="es-MX" sz="2200" dirty="0"/>
              <a:t>Tan, P., Steinbach, M., &amp; Kumar, V. (2015). Introduction to data mining. Dorling Kindersley: Pearson.</a:t>
            </a:r>
          </a:p>
          <a:p>
            <a:r>
              <a:rPr lang="es-MX" sz="2200" dirty="0"/>
              <a:t>Zaki, M., &amp; Meira, W. (2014). Data mining and analysis. Cambridge: Cambridge Univ. Press.</a:t>
            </a:r>
          </a:p>
          <a:p>
            <a:r>
              <a:rPr lang="es-MX" sz="2200" dirty="0"/>
              <a:t>Aggarwal, C. (2015). Data mining: The textbook. Cham: Springer.</a:t>
            </a:r>
          </a:p>
          <a:p>
            <a:r>
              <a:rPr lang="es-MX" sz="2200" dirty="0"/>
              <a:t>Jones, H. (2019). Ciencia de los Datos: La guía definitiva sobre análisis de datos, Minería de Datos, almacenamiento de datos, visualización de datos, Big Data Para Empresas Y Apriendizaje Automático Para Principiantes. Independently published. </a:t>
            </a:r>
          </a:p>
          <a:p>
            <a:r>
              <a:rPr lang="es-MX" sz="2200" dirty="0"/>
              <a:t>Kelleher, J. &amp; Tierney, B. (2021). Ciencia de Datos. MIT Press.</a:t>
            </a:r>
          </a:p>
          <a:p>
            <a:r>
              <a:rPr lang="es-MX" sz="2200" dirty="0"/>
              <a:t>Tursi, V., &amp; Silipo, R. (2018). From Words to Wisdom: An Introduction to Text Mining with KNIME. KNIME Press. Libro electrónico.</a:t>
            </a:r>
          </a:p>
        </p:txBody>
      </p:sp>
    </p:spTree>
    <p:extLst>
      <p:ext uri="{BB962C8B-B14F-4D97-AF65-F5344CB8AC3E}">
        <p14:creationId xmlns:p14="http://schemas.microsoft.com/office/powerpoint/2010/main" val="165135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9AD65A1-1FCF-4BF7-8A50-4E96409B01FE}"/>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Introducción</a:t>
            </a:r>
          </a:p>
        </p:txBody>
      </p:sp>
      <p:sp>
        <p:nvSpPr>
          <p:cNvPr id="28" name="Rectangle 2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8" name="Picture 2" descr="Las cuatro revoluciones industriales | Power-MI">
            <a:extLst>
              <a:ext uri="{FF2B5EF4-FFF2-40B4-BE49-F238E27FC236}">
                <a16:creationId xmlns:a16="http://schemas.microsoft.com/office/drawing/2014/main" id="{FE814502-321E-D22A-4456-97DF02B94F8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805652" y="2091095"/>
            <a:ext cx="8584161" cy="4206240"/>
          </a:xfrm>
          <a:prstGeom prst="rect">
            <a:avLst/>
          </a:prstGeom>
        </p:spPr>
      </p:pic>
    </p:spTree>
    <p:extLst>
      <p:ext uri="{BB962C8B-B14F-4D97-AF65-F5344CB8AC3E}">
        <p14:creationId xmlns:p14="http://schemas.microsoft.com/office/powerpoint/2010/main" val="691815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18F923FF-DD0C-4FD3-A1B4-68DFA511C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5C49C39-13E5-4D56-84A1-68997D568DE2}"/>
              </a:ext>
            </a:extLst>
          </p:cNvPr>
          <p:cNvSpPr>
            <a:spLocks noGrp="1"/>
          </p:cNvSpPr>
          <p:nvPr>
            <p:ph type="title"/>
          </p:nvPr>
        </p:nvSpPr>
        <p:spPr>
          <a:xfrm>
            <a:off x="359172" y="1144769"/>
            <a:ext cx="3724217" cy="2896432"/>
          </a:xfrm>
        </p:spPr>
        <p:txBody>
          <a:bodyPr vert="horz" lIns="91440" tIns="45720" rIns="91440" bIns="45720" rtlCol="0" anchor="b">
            <a:normAutofit/>
          </a:bodyPr>
          <a:lstStyle/>
          <a:p>
            <a:r>
              <a:rPr lang="en-US" sz="4000"/>
              <a:t>Introducción</a:t>
            </a:r>
          </a:p>
        </p:txBody>
      </p:sp>
      <p:sp>
        <p:nvSpPr>
          <p:cNvPr id="4" name="Marcador de contenido 3">
            <a:extLst>
              <a:ext uri="{FF2B5EF4-FFF2-40B4-BE49-F238E27FC236}">
                <a16:creationId xmlns:a16="http://schemas.microsoft.com/office/drawing/2014/main" id="{08ED75F2-6ECB-7065-D042-E8B4B3752D69}"/>
              </a:ext>
            </a:extLst>
          </p:cNvPr>
          <p:cNvSpPr>
            <a:spLocks noGrp="1"/>
          </p:cNvSpPr>
          <p:nvPr>
            <p:ph idx="1"/>
          </p:nvPr>
        </p:nvSpPr>
        <p:spPr>
          <a:xfrm>
            <a:off x="359171" y="4403176"/>
            <a:ext cx="3724218" cy="1334930"/>
          </a:xfrm>
        </p:spPr>
        <p:txBody>
          <a:bodyPr vert="horz" lIns="91440" tIns="45720" rIns="91440" bIns="45720" rtlCol="0">
            <a:normAutofit/>
          </a:bodyPr>
          <a:lstStyle/>
          <a:p>
            <a:pPr marL="0" indent="0">
              <a:buNone/>
            </a:pPr>
            <a:r>
              <a:rPr lang="en-US" sz="2100" dirty="0"/>
              <a:t>¿</a:t>
            </a:r>
            <a:r>
              <a:rPr lang="en-US" sz="2100" dirty="0" err="1"/>
              <a:t>Dónde</a:t>
            </a:r>
            <a:r>
              <a:rPr lang="en-US" sz="2100" dirty="0"/>
              <a:t> </a:t>
            </a:r>
            <a:r>
              <a:rPr lang="en-US" sz="2100" dirty="0" err="1"/>
              <a:t>vemos</a:t>
            </a:r>
            <a:r>
              <a:rPr lang="en-US" sz="2100" dirty="0"/>
              <a:t> </a:t>
            </a:r>
            <a:r>
              <a:rPr lang="en-US" sz="2100" dirty="0" err="1"/>
              <a:t>Ciencia</a:t>
            </a:r>
            <a:r>
              <a:rPr lang="en-US" sz="2100" dirty="0"/>
              <a:t> de </a:t>
            </a:r>
            <a:r>
              <a:rPr lang="en-US" sz="2100" dirty="0" err="1"/>
              <a:t>Datos</a:t>
            </a:r>
            <a:r>
              <a:rPr lang="en-US" sz="2100" dirty="0"/>
              <a:t>?</a:t>
            </a:r>
          </a:p>
        </p:txBody>
      </p:sp>
      <p:sp>
        <p:nvSpPr>
          <p:cNvPr id="81" name="Rectangle 80">
            <a:extLst>
              <a:ext uri="{FF2B5EF4-FFF2-40B4-BE49-F238E27FC236}">
                <a16:creationId xmlns:a16="http://schemas.microsoft.com/office/drawing/2014/main" id="{114A821F-8663-46BA-8CC0-D4C44F639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824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Marcador de contenido 6" descr="Imagen de la pantalla de un celular&#10;&#10;Descripción generada automáticamente con confianza baja">
            <a:extLst>
              <a:ext uri="{FF2B5EF4-FFF2-40B4-BE49-F238E27FC236}">
                <a16:creationId xmlns:a16="http://schemas.microsoft.com/office/drawing/2014/main" id="{E2236969-B00C-4C21-B37D-BD49A2710296}"/>
              </a:ext>
            </a:extLst>
          </p:cNvPr>
          <p:cNvPicPr>
            <a:picLocks noChangeAspect="1"/>
          </p:cNvPicPr>
          <p:nvPr/>
        </p:nvPicPr>
        <p:blipFill rotWithShape="1">
          <a:blip r:embed="rId2">
            <a:extLst>
              <a:ext uri="{28A0092B-C50C-407E-A947-70E740481C1C}">
                <a14:useLocalDpi xmlns:a14="http://schemas.microsoft.com/office/drawing/2010/main" val="0"/>
              </a:ext>
            </a:extLst>
          </a:blip>
          <a:srcRect l="12681" r="8250" b="-3"/>
          <a:stretch/>
        </p:blipFill>
        <p:spPr>
          <a:xfrm>
            <a:off x="4631097" y="379158"/>
            <a:ext cx="3465996" cy="2926079"/>
          </a:xfrm>
          <a:prstGeom prst="rect">
            <a:avLst/>
          </a:prstGeom>
        </p:spPr>
      </p:pic>
      <p:pic>
        <p:nvPicPr>
          <p:cNvPr id="3080" name="Picture 8" descr="Por qué integrar un Chatbot en WhatsApp - inConcert Blog">
            <a:extLst>
              <a:ext uri="{FF2B5EF4-FFF2-40B4-BE49-F238E27FC236}">
                <a16:creationId xmlns:a16="http://schemas.microsoft.com/office/drawing/2014/main" id="{3B459EDC-56C1-41FA-915B-C84816CDB6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449" r="19161" b="1"/>
          <a:stretch/>
        </p:blipFill>
        <p:spPr bwMode="auto">
          <a:xfrm>
            <a:off x="8412478" y="379158"/>
            <a:ext cx="3474723" cy="2926080"/>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67EF550F-47CE-4FB2-9DAC-12AD835C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9171" y="4177748"/>
            <a:ext cx="3706859"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82" name="Picture 10" descr="Improving Uber&amp;#39;s Mapping Accuracy with CatchME | Uber Engineering Blog">
            <a:extLst>
              <a:ext uri="{FF2B5EF4-FFF2-40B4-BE49-F238E27FC236}">
                <a16:creationId xmlns:a16="http://schemas.microsoft.com/office/drawing/2014/main" id="{E1292821-3EDB-4B8C-99D3-CF785CBB9BD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1" r="745" b="-2"/>
          <a:stretch/>
        </p:blipFill>
        <p:spPr bwMode="auto">
          <a:xfrm>
            <a:off x="4526151" y="4053877"/>
            <a:ext cx="3675888" cy="166490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omunicólogos Blog: El efecto Netflix: cómo los sistemas de recomendación  transforman las prácticas de consumo cultural y la industria de contenidos">
            <a:extLst>
              <a:ext uri="{FF2B5EF4-FFF2-40B4-BE49-F238E27FC236}">
                <a16:creationId xmlns:a16="http://schemas.microsoft.com/office/drawing/2014/main" id="{7D90BD69-CC70-4691-9FB4-5086169DC60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88" r="39" b="-1"/>
          <a:stretch/>
        </p:blipFill>
        <p:spPr bwMode="auto">
          <a:xfrm>
            <a:off x="8310333" y="3873235"/>
            <a:ext cx="3675888" cy="2026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52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3" name="Rectangle 72">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BD82D4C-953B-43A0-8EB2-083278D72E21}"/>
              </a:ext>
            </a:extLst>
          </p:cNvPr>
          <p:cNvSpPr>
            <a:spLocks noGrp="1"/>
          </p:cNvSpPr>
          <p:nvPr>
            <p:ph type="title"/>
          </p:nvPr>
        </p:nvSpPr>
        <p:spPr>
          <a:xfrm>
            <a:off x="838196" y="978408"/>
            <a:ext cx="6007608" cy="1106424"/>
          </a:xfrm>
        </p:spPr>
        <p:txBody>
          <a:bodyPr>
            <a:normAutofit/>
          </a:bodyPr>
          <a:lstStyle/>
          <a:p>
            <a:r>
              <a:rPr lang="es-MX" sz="2800" dirty="0"/>
              <a:t>Introducción</a:t>
            </a:r>
          </a:p>
        </p:txBody>
      </p:sp>
      <p:sp>
        <p:nvSpPr>
          <p:cNvPr id="75" name="Rectangle 74">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85C7351C-FA10-4D4C-A4E1-5FAACD69819A}"/>
              </a:ext>
            </a:extLst>
          </p:cNvPr>
          <p:cNvSpPr>
            <a:spLocks noGrp="1"/>
          </p:cNvSpPr>
          <p:nvPr>
            <p:ph idx="1"/>
          </p:nvPr>
        </p:nvSpPr>
        <p:spPr>
          <a:xfrm>
            <a:off x="841244" y="2359152"/>
            <a:ext cx="6007608" cy="3429000"/>
          </a:xfrm>
        </p:spPr>
        <p:txBody>
          <a:bodyPr>
            <a:normAutofit/>
          </a:bodyPr>
          <a:lstStyle/>
          <a:p>
            <a:r>
              <a:rPr lang="es-MX" sz="2000" dirty="0"/>
              <a:t>La Ciencia de Datos combina múltiples campos que incluyen estadísticas, métodos científicos y análisis de datos para extraer el valor de los datos. Los practicantes de la ciencia de datos se llaman </a:t>
            </a:r>
            <a:r>
              <a:rPr lang="es-MX" sz="2000" i="1" dirty="0"/>
              <a:t>científicos de datos</a:t>
            </a:r>
            <a:r>
              <a:rPr lang="es-MX" sz="2000" dirty="0"/>
              <a:t> y combinan una variedad de conocimientos para analizar los datos recopilados de la web, de teléfonos inteligentes, de clientes, sensores y otras fuentes.</a:t>
            </a:r>
          </a:p>
        </p:txBody>
      </p:sp>
      <p:pic>
        <p:nvPicPr>
          <p:cNvPr id="10" name="Picture 6">
            <a:extLst>
              <a:ext uri="{FF2B5EF4-FFF2-40B4-BE49-F238E27FC236}">
                <a16:creationId xmlns:a16="http://schemas.microsoft.com/office/drawing/2014/main" id="{0DEEE8F1-3236-686A-1D2D-26F73FE94C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28707" y="633619"/>
            <a:ext cx="3138177" cy="2651760"/>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22" name="Picture 2" descr="Los tres núcleos de Data Science - sitiobigdata.com">
            <a:extLst>
              <a:ext uri="{FF2B5EF4-FFF2-40B4-BE49-F238E27FC236}">
                <a16:creationId xmlns:a16="http://schemas.microsoft.com/office/drawing/2014/main" id="{8B30056D-072E-40DE-A091-463DB372314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34993" y="3472468"/>
            <a:ext cx="2922050" cy="2651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1551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48B7A3-394D-4380-A9B4-0E66F41DB617}"/>
              </a:ext>
            </a:extLst>
          </p:cNvPr>
          <p:cNvSpPr>
            <a:spLocks noGrp="1"/>
          </p:cNvSpPr>
          <p:nvPr>
            <p:ph type="title"/>
          </p:nvPr>
        </p:nvSpPr>
        <p:spPr>
          <a:xfrm>
            <a:off x="841248" y="426720"/>
            <a:ext cx="10506456" cy="1919141"/>
          </a:xfrm>
        </p:spPr>
        <p:txBody>
          <a:bodyPr anchor="b">
            <a:normAutofit/>
          </a:bodyPr>
          <a:lstStyle/>
          <a:p>
            <a:r>
              <a:rPr lang="es-MX" sz="6000"/>
              <a:t>Metodología</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5340D202-774D-45EA-89BB-7B37507410E4}"/>
              </a:ext>
            </a:extLst>
          </p:cNvPr>
          <p:cNvSpPr>
            <a:spLocks noGrp="1"/>
          </p:cNvSpPr>
          <p:nvPr>
            <p:ph idx="1"/>
          </p:nvPr>
        </p:nvSpPr>
        <p:spPr>
          <a:xfrm>
            <a:off x="841248" y="3337269"/>
            <a:ext cx="10509504" cy="2905686"/>
          </a:xfrm>
        </p:spPr>
        <p:txBody>
          <a:bodyPr>
            <a:normAutofit/>
          </a:bodyPr>
          <a:lstStyle/>
          <a:p>
            <a:r>
              <a:rPr lang="es-MX" sz="2200"/>
              <a:t>Una metodología es una estrategia general que sirve de guía para los procesos y actividades que</a:t>
            </a:r>
            <a:br>
              <a:rPr lang="es-MX" sz="2200"/>
            </a:br>
            <a:r>
              <a:rPr lang="es-MX" sz="2200"/>
              <a:t>están dentro de un dominio determinado. </a:t>
            </a:r>
          </a:p>
          <a:p>
            <a:pPr lvl="1"/>
            <a:r>
              <a:rPr lang="es-MX" sz="2200"/>
              <a:t>No depende de tecnologías ni herramientas específicas</a:t>
            </a:r>
          </a:p>
          <a:p>
            <a:pPr lvl="1"/>
            <a:r>
              <a:rPr lang="es-MX" sz="2200"/>
              <a:t>No es un conjunto de técnicas o recetas.</a:t>
            </a:r>
          </a:p>
          <a:p>
            <a:r>
              <a:rPr lang="es-MX" sz="2200"/>
              <a:t>La metodología proporciona al científico de datos un marco sobre cómo proceder con los métodos, procesos y argumentos que se utilizarán para obtener respuestas o resultados. </a:t>
            </a:r>
            <a:br>
              <a:rPr lang="es-MX" sz="2200"/>
            </a:br>
            <a:endParaRPr lang="es-MX" sz="2200"/>
          </a:p>
        </p:txBody>
      </p:sp>
    </p:spTree>
    <p:extLst>
      <p:ext uri="{BB962C8B-B14F-4D97-AF65-F5344CB8AC3E}">
        <p14:creationId xmlns:p14="http://schemas.microsoft.com/office/powerpoint/2010/main" val="3495478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29BDC0-CEED-4845-A5BA-0420558B840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Metodología de un proyecto de Ciencia de Datos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Marcador de contenido 4">
            <a:extLst>
              <a:ext uri="{FF2B5EF4-FFF2-40B4-BE49-F238E27FC236}">
                <a16:creationId xmlns:a16="http://schemas.microsoft.com/office/drawing/2014/main" id="{FE790F57-776A-4609-8238-ED0349CC1858}"/>
              </a:ext>
            </a:extLst>
          </p:cNvPr>
          <p:cNvPicPr>
            <a:picLocks noGrp="1" noChangeAspect="1"/>
          </p:cNvPicPr>
          <p:nvPr>
            <p:ph idx="1"/>
          </p:nvPr>
        </p:nvPicPr>
        <p:blipFill rotWithShape="1">
          <a:blip r:embed="rId3"/>
          <a:srcRect l="-733" r="-250" b="-2"/>
          <a:stretch/>
        </p:blipFill>
        <p:spPr>
          <a:xfrm>
            <a:off x="4864608" y="1277043"/>
            <a:ext cx="6846363" cy="4152660"/>
          </a:xfrm>
          <a:prstGeom prst="rect">
            <a:avLst/>
          </a:prstGeom>
        </p:spPr>
      </p:pic>
      <p:sp>
        <p:nvSpPr>
          <p:cNvPr id="8" name="CuadroTexto 7">
            <a:extLst>
              <a:ext uri="{FF2B5EF4-FFF2-40B4-BE49-F238E27FC236}">
                <a16:creationId xmlns:a16="http://schemas.microsoft.com/office/drawing/2014/main" id="{A6CD2342-6B38-92A5-C013-63DD7A6C90C3}"/>
              </a:ext>
            </a:extLst>
          </p:cNvPr>
          <p:cNvSpPr txBox="1"/>
          <p:nvPr/>
        </p:nvSpPr>
        <p:spPr>
          <a:xfrm>
            <a:off x="6172200" y="5959185"/>
            <a:ext cx="4895850" cy="369332"/>
          </a:xfrm>
          <a:prstGeom prst="rect">
            <a:avLst/>
          </a:prstGeom>
          <a:noFill/>
        </p:spPr>
        <p:txBody>
          <a:bodyPr wrap="square">
            <a:spAutoFit/>
          </a:bodyPr>
          <a:lstStyle/>
          <a:p>
            <a:r>
              <a:rPr lang="es-MX" dirty="0"/>
              <a:t>https://www.ibm.com/downloads/cas/6RZMKDN8</a:t>
            </a:r>
          </a:p>
        </p:txBody>
      </p:sp>
    </p:spTree>
    <p:extLst>
      <p:ext uri="{BB962C8B-B14F-4D97-AF65-F5344CB8AC3E}">
        <p14:creationId xmlns:p14="http://schemas.microsoft.com/office/powerpoint/2010/main" val="3023161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1DCC9E-0988-4BC1-AD99-F5EBDB6458B1}"/>
              </a:ext>
            </a:extLst>
          </p:cNvPr>
          <p:cNvSpPr>
            <a:spLocks noGrp="1"/>
          </p:cNvSpPr>
          <p:nvPr>
            <p:ph type="title"/>
          </p:nvPr>
        </p:nvSpPr>
        <p:spPr>
          <a:xfrm>
            <a:off x="612648" y="1078992"/>
            <a:ext cx="6268770" cy="1536192"/>
          </a:xfrm>
        </p:spPr>
        <p:txBody>
          <a:bodyPr anchor="b">
            <a:normAutofit/>
          </a:bodyPr>
          <a:lstStyle/>
          <a:p>
            <a:r>
              <a:rPr lang="es-MX" sz="5200"/>
              <a:t>1. Comprensión del negocio</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E487038D-9450-42A1-BC31-2A1680DFB1D7}"/>
              </a:ext>
            </a:extLst>
          </p:cNvPr>
          <p:cNvSpPr>
            <a:spLocks noGrp="1"/>
          </p:cNvSpPr>
          <p:nvPr>
            <p:ph idx="1"/>
          </p:nvPr>
        </p:nvSpPr>
        <p:spPr>
          <a:xfrm>
            <a:off x="612648" y="3355848"/>
            <a:ext cx="6268770" cy="2825496"/>
          </a:xfrm>
        </p:spPr>
        <p:txBody>
          <a:bodyPr>
            <a:normAutofit/>
          </a:bodyPr>
          <a:lstStyle/>
          <a:p>
            <a:r>
              <a:rPr lang="es-MX" sz="1500" dirty="0"/>
              <a:t>Todos los proyectos comienzan con la comprensión del negocio. Los promotores de negocios que necesitan la solución analítica desempeñan el papel más importante en esta etapa, al definir el problema, los objetivos del proyecto y los requisitos de la solución desde una perspectiva empresarial. </a:t>
            </a:r>
          </a:p>
          <a:p>
            <a:r>
              <a:rPr lang="es-MX" sz="1500" dirty="0"/>
              <a:t>Esta primera etapa sienta las bases para que el problema empresarial sea resuelto con éxito. </a:t>
            </a:r>
          </a:p>
          <a:p>
            <a:r>
              <a:rPr lang="es-MX" sz="1500" dirty="0"/>
              <a:t>Para ayudar a garantizar el éxito del proyecto, los promotores deben participar mientras dure el proyecto para proporcionar experiencia en el dominio, revisar los hallazgos intermedios y garantizar que el trabajo siga su curso para generar la solución deseada. </a:t>
            </a:r>
            <a:br>
              <a:rPr lang="es-MX" sz="1500" dirty="0"/>
            </a:br>
            <a:endParaRPr lang="es-MX" sz="1500" dirty="0"/>
          </a:p>
        </p:txBody>
      </p:sp>
      <p:grpSp>
        <p:nvGrpSpPr>
          <p:cNvPr id="8" name="Grupo 7">
            <a:extLst>
              <a:ext uri="{FF2B5EF4-FFF2-40B4-BE49-F238E27FC236}">
                <a16:creationId xmlns:a16="http://schemas.microsoft.com/office/drawing/2014/main" id="{459179F4-0FC6-4579-A1D8-DC87225519EC}"/>
              </a:ext>
            </a:extLst>
          </p:cNvPr>
          <p:cNvGrpSpPr/>
          <p:nvPr/>
        </p:nvGrpSpPr>
        <p:grpSpPr>
          <a:xfrm>
            <a:off x="7494066" y="2089699"/>
            <a:ext cx="4237686" cy="2603078"/>
            <a:chOff x="3243262" y="2244436"/>
            <a:chExt cx="5705475" cy="3504695"/>
          </a:xfrm>
        </p:grpSpPr>
        <p:pic>
          <p:nvPicPr>
            <p:cNvPr id="6" name="Marcador de contenido 4">
              <a:extLst>
                <a:ext uri="{FF2B5EF4-FFF2-40B4-BE49-F238E27FC236}">
                  <a16:creationId xmlns:a16="http://schemas.microsoft.com/office/drawing/2014/main" id="{0D134F34-548B-4F5B-9245-A805D938F6C9}"/>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7" name="Rectángulo 6">
              <a:extLst>
                <a:ext uri="{FF2B5EF4-FFF2-40B4-BE49-F238E27FC236}">
                  <a16:creationId xmlns:a16="http://schemas.microsoft.com/office/drawing/2014/main" id="{C015209F-1595-4523-B532-7C0ADE746E89}"/>
                </a:ext>
              </a:extLst>
            </p:cNvPr>
            <p:cNvSpPr/>
            <p:nvPr/>
          </p:nvSpPr>
          <p:spPr>
            <a:xfrm>
              <a:off x="4419600" y="224443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678949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1DCC9E-0988-4BC1-AD99-F5EBDB6458B1}"/>
              </a:ext>
            </a:extLst>
          </p:cNvPr>
          <p:cNvSpPr>
            <a:spLocks noGrp="1"/>
          </p:cNvSpPr>
          <p:nvPr>
            <p:ph type="title"/>
          </p:nvPr>
        </p:nvSpPr>
        <p:spPr>
          <a:xfrm>
            <a:off x="612648" y="1078992"/>
            <a:ext cx="6268770" cy="1536192"/>
          </a:xfrm>
        </p:spPr>
        <p:txBody>
          <a:bodyPr anchor="b">
            <a:normAutofit/>
          </a:bodyPr>
          <a:lstStyle/>
          <a:p>
            <a:r>
              <a:rPr lang="es-MX" sz="5400" dirty="0"/>
              <a:t>2. Enfoque analítico</a:t>
            </a:r>
            <a:endParaRPr lang="es-MX" sz="5200" dirty="0"/>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E487038D-9450-42A1-BC31-2A1680DFB1D7}"/>
              </a:ext>
            </a:extLst>
          </p:cNvPr>
          <p:cNvSpPr>
            <a:spLocks noGrp="1"/>
          </p:cNvSpPr>
          <p:nvPr>
            <p:ph idx="1"/>
          </p:nvPr>
        </p:nvSpPr>
        <p:spPr>
          <a:xfrm>
            <a:off x="612648" y="3355848"/>
            <a:ext cx="6268770" cy="2825496"/>
          </a:xfrm>
        </p:spPr>
        <p:txBody>
          <a:bodyPr>
            <a:normAutofit fontScale="70000" lnSpcReduction="20000"/>
          </a:bodyPr>
          <a:lstStyle/>
          <a:p>
            <a:r>
              <a:rPr lang="es-MX" dirty="0"/>
              <a:t>Cuando el problema empresarial se haya establecido claramente, el científico de datos podrá definir el enfoque analítico para resolver el problema. Esta etapa implica expresar el problema bajo el contexto de las técnicas estadísticas y de aprendizaje automático, para que la</a:t>
            </a:r>
            <a:br>
              <a:rPr lang="es-MX" dirty="0"/>
            </a:br>
            <a:r>
              <a:rPr lang="es-MX" dirty="0"/>
              <a:t>organización pueda identificar las más adecuadas para el resultado deseado.</a:t>
            </a:r>
          </a:p>
          <a:p>
            <a:pPr lvl="1"/>
            <a:r>
              <a:rPr lang="es-MX" dirty="0"/>
              <a:t>Por ejemplo, si el objetivo es predecir una respuesta como "sí" o "no", el enfoque analítico podría definirse como la construcción, las pruebas y la implementación de un modelo de clasificación.</a:t>
            </a:r>
            <a:endParaRPr lang="es-MX" sz="1500" dirty="0"/>
          </a:p>
        </p:txBody>
      </p:sp>
      <p:pic>
        <p:nvPicPr>
          <p:cNvPr id="6" name="Marcador de contenido 4">
            <a:extLst>
              <a:ext uri="{FF2B5EF4-FFF2-40B4-BE49-F238E27FC236}">
                <a16:creationId xmlns:a16="http://schemas.microsoft.com/office/drawing/2014/main" id="{0D134F34-548B-4F5B-9245-A805D938F6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533575" y="2096399"/>
            <a:ext cx="4158668" cy="2596378"/>
          </a:xfrm>
          <a:prstGeom prst="rect">
            <a:avLst/>
          </a:prstGeom>
        </p:spPr>
      </p:pic>
    </p:spTree>
    <p:extLst>
      <p:ext uri="{BB962C8B-B14F-4D97-AF65-F5344CB8AC3E}">
        <p14:creationId xmlns:p14="http://schemas.microsoft.com/office/powerpoint/2010/main" val="3095749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7A3ADB-07D1-4253-869E-5EFEB904036F}"/>
              </a:ext>
            </a:extLst>
          </p:cNvPr>
          <p:cNvSpPr>
            <a:spLocks noGrp="1"/>
          </p:cNvSpPr>
          <p:nvPr>
            <p:ph type="title"/>
          </p:nvPr>
        </p:nvSpPr>
        <p:spPr>
          <a:xfrm>
            <a:off x="612648" y="1078992"/>
            <a:ext cx="6268770" cy="1536192"/>
          </a:xfrm>
        </p:spPr>
        <p:txBody>
          <a:bodyPr anchor="b">
            <a:normAutofit/>
          </a:bodyPr>
          <a:lstStyle/>
          <a:p>
            <a:r>
              <a:rPr lang="es-MX" sz="5200"/>
              <a:t>3. Requisitos de datos</a:t>
            </a:r>
          </a:p>
        </p:txBody>
      </p:sp>
      <p:sp>
        <p:nvSpPr>
          <p:cNvPr id="20"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EC3A5D52-09BA-4420-854E-C1AF3F937613}"/>
              </a:ext>
            </a:extLst>
          </p:cNvPr>
          <p:cNvSpPr>
            <a:spLocks noGrp="1"/>
          </p:cNvSpPr>
          <p:nvPr>
            <p:ph idx="1"/>
          </p:nvPr>
        </p:nvSpPr>
        <p:spPr>
          <a:xfrm>
            <a:off x="612648" y="3355848"/>
            <a:ext cx="6268770" cy="2825496"/>
          </a:xfrm>
        </p:spPr>
        <p:txBody>
          <a:bodyPr>
            <a:normAutofit/>
          </a:bodyPr>
          <a:lstStyle/>
          <a:p>
            <a:r>
              <a:rPr lang="es-MX" sz="2200"/>
              <a:t>El enfoque analítico elegido determina los requisitos de datos. Más concretamente, los métodos analíticos a utilizar requieren de determinados contenidos de datos, formatos y representaciones, orientados por el conocimiento en el dominio. </a:t>
            </a:r>
            <a:br>
              <a:rPr lang="es-MX" sz="2200"/>
            </a:br>
            <a:endParaRPr lang="es-MX" sz="2200"/>
          </a:p>
        </p:txBody>
      </p:sp>
      <p:grpSp>
        <p:nvGrpSpPr>
          <p:cNvPr id="6" name="Grupo 5">
            <a:extLst>
              <a:ext uri="{FF2B5EF4-FFF2-40B4-BE49-F238E27FC236}">
                <a16:creationId xmlns:a16="http://schemas.microsoft.com/office/drawing/2014/main" id="{6D239297-CC16-4152-A5FA-BC4CBE5BDA58}"/>
              </a:ext>
            </a:extLst>
          </p:cNvPr>
          <p:cNvGrpSpPr/>
          <p:nvPr/>
        </p:nvGrpSpPr>
        <p:grpSpPr>
          <a:xfrm>
            <a:off x="7494066" y="2099323"/>
            <a:ext cx="4237686" cy="2583830"/>
            <a:chOff x="3243262" y="2253456"/>
            <a:chExt cx="5733185" cy="3495675"/>
          </a:xfrm>
        </p:grpSpPr>
        <p:pic>
          <p:nvPicPr>
            <p:cNvPr id="7" name="Marcador de contenido 4">
              <a:extLst>
                <a:ext uri="{FF2B5EF4-FFF2-40B4-BE49-F238E27FC236}">
                  <a16:creationId xmlns:a16="http://schemas.microsoft.com/office/drawing/2014/main" id="{1A055FB3-F3A7-45B6-856A-7087D75E416D}"/>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E23BEB3D-F43C-489B-8501-B348E165857B}"/>
                </a:ext>
              </a:extLst>
            </p:cNvPr>
            <p:cNvSpPr/>
            <p:nvPr/>
          </p:nvSpPr>
          <p:spPr>
            <a:xfrm>
              <a:off x="7674120" y="3050413"/>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96014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F24AD3D-9BF1-4469-92B0-BBE22590B5F4}"/>
              </a:ext>
            </a:extLst>
          </p:cNvPr>
          <p:cNvSpPr>
            <a:spLocks noGrp="1"/>
          </p:cNvSpPr>
          <p:nvPr>
            <p:ph type="title"/>
          </p:nvPr>
        </p:nvSpPr>
        <p:spPr>
          <a:xfrm>
            <a:off x="612648" y="1078992"/>
            <a:ext cx="6268770" cy="1536192"/>
          </a:xfrm>
        </p:spPr>
        <p:txBody>
          <a:bodyPr anchor="b">
            <a:normAutofit/>
          </a:bodyPr>
          <a:lstStyle/>
          <a:p>
            <a:r>
              <a:rPr lang="es-MX" sz="5200"/>
              <a:t>4. Recopilación de datos</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343BDADD-63D9-4A2C-B5E2-F8CAA86A768F}"/>
              </a:ext>
            </a:extLst>
          </p:cNvPr>
          <p:cNvSpPr>
            <a:spLocks noGrp="1"/>
          </p:cNvSpPr>
          <p:nvPr>
            <p:ph idx="1"/>
          </p:nvPr>
        </p:nvSpPr>
        <p:spPr>
          <a:xfrm>
            <a:off x="612648" y="3355848"/>
            <a:ext cx="6268770" cy="2825496"/>
          </a:xfrm>
        </p:spPr>
        <p:txBody>
          <a:bodyPr>
            <a:normAutofit/>
          </a:bodyPr>
          <a:lstStyle/>
          <a:p>
            <a:r>
              <a:rPr lang="es-MX" sz="1200"/>
              <a:t>En la etapa inicial de recopilación de datos, los científicos de datos identifican y reúnen los recursos de datos disponibles (estructurados, no estructurados y semiestructurados) y relevantes para el dominio del problema. Por lo general, deben elegir si realizan inversiones adicionales para obtener elementos informativos menos accesibles. Lo mejor puede ser aplazar la decisión de inversión hasta que se sepa más sobre los datos y el modelo. Si hay algunas lagunas en la recopilación de datos, es posible que el científico tenga que revisar los requisitos de datos y recopilar más datos o nuevos datos. </a:t>
            </a:r>
          </a:p>
          <a:p>
            <a:r>
              <a:rPr lang="es-MX" sz="1200"/>
              <a:t>Aunque el muestreo y la subdivisión de datos siguen siendo importantes, las plataformas actuales de alto rendimiento y la funcionalidad analítica en la base de datos permiten que los científicos de datos utilicen conjuntos de datos mucho más grandes que contienen gran parte de los datos disponibles, o incluso todos. Al incorporar más datos, los modelos predictivos pueden representar mejor los eventos raros, como la incidencia de una enfermedad o un fallo del sistema. </a:t>
            </a:r>
            <a:br>
              <a:rPr lang="es-MX" sz="1200"/>
            </a:br>
            <a:endParaRPr lang="es-MX" sz="1200"/>
          </a:p>
        </p:txBody>
      </p:sp>
      <p:grpSp>
        <p:nvGrpSpPr>
          <p:cNvPr id="6" name="Grupo 5">
            <a:extLst>
              <a:ext uri="{FF2B5EF4-FFF2-40B4-BE49-F238E27FC236}">
                <a16:creationId xmlns:a16="http://schemas.microsoft.com/office/drawing/2014/main" id="{D1573B22-8FBB-4D2C-B11F-15CDB2EF0F19}"/>
              </a:ext>
            </a:extLst>
          </p:cNvPr>
          <p:cNvGrpSpPr/>
          <p:nvPr/>
        </p:nvGrpSpPr>
        <p:grpSpPr>
          <a:xfrm>
            <a:off x="7494066" y="2096194"/>
            <a:ext cx="4237686" cy="2590089"/>
            <a:chOff x="3243262" y="2253456"/>
            <a:chExt cx="5719330" cy="3495675"/>
          </a:xfrm>
        </p:grpSpPr>
        <p:pic>
          <p:nvPicPr>
            <p:cNvPr id="7" name="Marcador de contenido 4">
              <a:extLst>
                <a:ext uri="{FF2B5EF4-FFF2-40B4-BE49-F238E27FC236}">
                  <a16:creationId xmlns:a16="http://schemas.microsoft.com/office/drawing/2014/main" id="{6201A0CF-D94F-4644-80C2-2A6ABB4F23BC}"/>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DE38CAC1-AF0C-474E-93B0-6E3B68EB2167}"/>
                </a:ext>
              </a:extLst>
            </p:cNvPr>
            <p:cNvSpPr/>
            <p:nvPr/>
          </p:nvSpPr>
          <p:spPr>
            <a:xfrm>
              <a:off x="7660265" y="373805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576706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0C6B65-540B-471D-9AED-DF18763AF7C3}"/>
              </a:ext>
            </a:extLst>
          </p:cNvPr>
          <p:cNvSpPr>
            <a:spLocks noGrp="1"/>
          </p:cNvSpPr>
          <p:nvPr>
            <p:ph type="title"/>
          </p:nvPr>
        </p:nvSpPr>
        <p:spPr>
          <a:xfrm>
            <a:off x="612648" y="1078992"/>
            <a:ext cx="6268770" cy="1536192"/>
          </a:xfrm>
        </p:spPr>
        <p:txBody>
          <a:bodyPr anchor="b">
            <a:normAutofit/>
          </a:bodyPr>
          <a:lstStyle/>
          <a:p>
            <a:r>
              <a:rPr lang="es-MX" sz="5200"/>
              <a:t>5. Comprensión de datos</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63191208-2E0F-413B-959C-467F950EC010}"/>
              </a:ext>
            </a:extLst>
          </p:cNvPr>
          <p:cNvSpPr>
            <a:spLocks noGrp="1"/>
          </p:cNvSpPr>
          <p:nvPr>
            <p:ph idx="1"/>
          </p:nvPr>
        </p:nvSpPr>
        <p:spPr>
          <a:xfrm>
            <a:off x="612648" y="3355848"/>
            <a:ext cx="6268770" cy="2825496"/>
          </a:xfrm>
        </p:spPr>
        <p:txBody>
          <a:bodyPr>
            <a:normAutofit/>
          </a:bodyPr>
          <a:lstStyle/>
          <a:p>
            <a:r>
              <a:rPr lang="es-MX" sz="2200"/>
              <a:t>Después de la recopilación de datos inicial, los científicos de datos suelen utilizar estadísticas descriptivas y técnicas de visualización para comprender el contenido de los datos, evaluar su calidad y descubrir “insights” iniciales sobre ellos.</a:t>
            </a:r>
          </a:p>
          <a:p>
            <a:pPr lvl="1"/>
            <a:r>
              <a:rPr lang="es-MX" sz="2200"/>
              <a:t>Para llenar los huecos es posible que sea necesario volver a recopilar datos. </a:t>
            </a:r>
            <a:br>
              <a:rPr lang="es-MX" sz="2200"/>
            </a:br>
            <a:endParaRPr lang="es-MX" sz="2200"/>
          </a:p>
        </p:txBody>
      </p:sp>
      <p:grpSp>
        <p:nvGrpSpPr>
          <p:cNvPr id="6" name="Grupo 5">
            <a:extLst>
              <a:ext uri="{FF2B5EF4-FFF2-40B4-BE49-F238E27FC236}">
                <a16:creationId xmlns:a16="http://schemas.microsoft.com/office/drawing/2014/main" id="{ECDDE465-7818-4E7E-9FE9-77D4E358928A}"/>
              </a:ext>
            </a:extLst>
          </p:cNvPr>
          <p:cNvGrpSpPr/>
          <p:nvPr/>
        </p:nvGrpSpPr>
        <p:grpSpPr>
          <a:xfrm>
            <a:off x="7494066" y="2096194"/>
            <a:ext cx="4237686" cy="2590089"/>
            <a:chOff x="3243262" y="2253456"/>
            <a:chExt cx="5719330" cy="3495675"/>
          </a:xfrm>
        </p:grpSpPr>
        <p:pic>
          <p:nvPicPr>
            <p:cNvPr id="7" name="Marcador de contenido 4">
              <a:extLst>
                <a:ext uri="{FF2B5EF4-FFF2-40B4-BE49-F238E27FC236}">
                  <a16:creationId xmlns:a16="http://schemas.microsoft.com/office/drawing/2014/main" id="{525D3142-409A-4A8F-A02E-8AB3302F6B9C}"/>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52939C8F-8E7F-48E4-8D9E-C1FB49F79E63}"/>
                </a:ext>
              </a:extLst>
            </p:cNvPr>
            <p:cNvSpPr/>
            <p:nvPr/>
          </p:nvSpPr>
          <p:spPr>
            <a:xfrm>
              <a:off x="7660265" y="44334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639376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8EC1F5-7E75-4765-B5A2-42494AC1ECC4}"/>
              </a:ext>
            </a:extLst>
          </p:cNvPr>
          <p:cNvSpPr>
            <a:spLocks noGrp="1"/>
          </p:cNvSpPr>
          <p:nvPr>
            <p:ph type="title"/>
          </p:nvPr>
        </p:nvSpPr>
        <p:spPr>
          <a:xfrm>
            <a:off x="612648" y="1078992"/>
            <a:ext cx="6268770" cy="1536192"/>
          </a:xfrm>
        </p:spPr>
        <p:txBody>
          <a:bodyPr anchor="b">
            <a:normAutofit/>
          </a:bodyPr>
          <a:lstStyle/>
          <a:p>
            <a:r>
              <a:rPr lang="es-MX" sz="5200"/>
              <a:t>6. Preparación de datos</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8E529A16-7A0D-4F66-B9D8-D2EDE8306C00}"/>
              </a:ext>
            </a:extLst>
          </p:cNvPr>
          <p:cNvSpPr>
            <a:spLocks noGrp="1"/>
          </p:cNvSpPr>
          <p:nvPr>
            <p:ph idx="1"/>
          </p:nvPr>
        </p:nvSpPr>
        <p:spPr>
          <a:xfrm>
            <a:off x="612648" y="3355848"/>
            <a:ext cx="6268770" cy="2825496"/>
          </a:xfrm>
        </p:spPr>
        <p:txBody>
          <a:bodyPr>
            <a:normAutofit/>
          </a:bodyPr>
          <a:lstStyle/>
          <a:p>
            <a:r>
              <a:rPr lang="es-MX" sz="1000"/>
              <a:t>Esta etapa abarca todas las actividades para construir el conjunto de datos que se utilizará en la subsiguiente etapa de modelado. </a:t>
            </a:r>
          </a:p>
          <a:p>
            <a:r>
              <a:rPr lang="es-MX" sz="1000"/>
              <a:t>Entre las actividades de preparación de datos están:</a:t>
            </a:r>
          </a:p>
          <a:p>
            <a:pPr lvl="1"/>
            <a:r>
              <a:rPr lang="es-MX" sz="1000"/>
              <a:t>La limpieza de datos (tratar con valores no válidos o que faltan, eliminar duplicados y dar un formato adecuado).</a:t>
            </a:r>
          </a:p>
          <a:p>
            <a:pPr lvl="1"/>
            <a:r>
              <a:rPr lang="es-MX" sz="1000"/>
              <a:t>Combinar datos de múltiples fuentes (archivos, tablas y plataformas).</a:t>
            </a:r>
          </a:p>
          <a:p>
            <a:pPr lvl="1"/>
            <a:r>
              <a:rPr lang="es-MX" sz="1000"/>
              <a:t>Transformar los datos en variables útiles.</a:t>
            </a:r>
          </a:p>
          <a:p>
            <a:r>
              <a:rPr lang="es-MX" sz="1000"/>
              <a:t>La preparación de datos suele ser el paso más largo de los proyectos de ciencia de datos. En muchos dominios, algunos pasos de la preparación de datos son comunes para problemas diferentes. La automatización anticipada de determinados pasos de la preparación de datos puede acelerar el proceso al minimizar el tiempo de preparación a medida. Gracias al alto rendimiento, los sistemas masivamente paralelos y la funcionalidad analítica que reside donde se almacenan los datos de hoy en día, los científicos de datos pueden preparar los datos de forma más fácil y rápida utilizando conjuntos de datos muy grandes. </a:t>
            </a:r>
            <a:br>
              <a:rPr lang="es-MX" sz="1000"/>
            </a:br>
            <a:br>
              <a:rPr lang="es-MX" sz="1000"/>
            </a:br>
            <a:endParaRPr lang="es-MX" sz="1000"/>
          </a:p>
        </p:txBody>
      </p:sp>
      <p:grpSp>
        <p:nvGrpSpPr>
          <p:cNvPr id="6" name="Grupo 5">
            <a:extLst>
              <a:ext uri="{FF2B5EF4-FFF2-40B4-BE49-F238E27FC236}">
                <a16:creationId xmlns:a16="http://schemas.microsoft.com/office/drawing/2014/main" id="{8D1F78D3-9CB4-4808-BEC2-C59CE8CFD7D9}"/>
              </a:ext>
            </a:extLst>
          </p:cNvPr>
          <p:cNvGrpSpPr/>
          <p:nvPr/>
        </p:nvGrpSpPr>
        <p:grpSpPr>
          <a:xfrm>
            <a:off x="7494066" y="2093049"/>
            <a:ext cx="4237686" cy="2596378"/>
            <a:chOff x="3243262" y="2253456"/>
            <a:chExt cx="5705475" cy="3495675"/>
          </a:xfrm>
        </p:grpSpPr>
        <p:pic>
          <p:nvPicPr>
            <p:cNvPr id="7" name="Marcador de contenido 4">
              <a:extLst>
                <a:ext uri="{FF2B5EF4-FFF2-40B4-BE49-F238E27FC236}">
                  <a16:creationId xmlns:a16="http://schemas.microsoft.com/office/drawing/2014/main" id="{77FAF83B-02CA-4682-BD1D-D4224765D2EB}"/>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A96F6EF0-E3D3-4775-B3B7-264363F5A590}"/>
                </a:ext>
              </a:extLst>
            </p:cNvPr>
            <p:cNvSpPr/>
            <p:nvPr/>
          </p:nvSpPr>
          <p:spPr>
            <a:xfrm>
              <a:off x="6525490" y="5222658"/>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589391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326674-3759-4D8B-A626-EC14961FA572}"/>
              </a:ext>
            </a:extLst>
          </p:cNvPr>
          <p:cNvSpPr>
            <a:spLocks noGrp="1"/>
          </p:cNvSpPr>
          <p:nvPr>
            <p:ph type="title"/>
          </p:nvPr>
        </p:nvSpPr>
        <p:spPr>
          <a:xfrm>
            <a:off x="612648" y="1078992"/>
            <a:ext cx="6268770" cy="1536192"/>
          </a:xfrm>
        </p:spPr>
        <p:txBody>
          <a:bodyPr anchor="b">
            <a:normAutofit/>
          </a:bodyPr>
          <a:lstStyle/>
          <a:p>
            <a:r>
              <a:rPr lang="es-MX" sz="5200"/>
              <a:t>Preparación de datos</a:t>
            </a:r>
          </a:p>
        </p:txBody>
      </p:sp>
      <p:sp>
        <p:nvSpPr>
          <p:cNvPr id="14" name="Rectangle 13">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3D1406C2-3E86-4288-978B-9F3ECC4BE1F7}"/>
              </a:ext>
            </a:extLst>
          </p:cNvPr>
          <p:cNvSpPr>
            <a:spLocks noGrp="1"/>
          </p:cNvSpPr>
          <p:nvPr>
            <p:ph idx="1"/>
          </p:nvPr>
        </p:nvSpPr>
        <p:spPr>
          <a:xfrm>
            <a:off x="612648" y="3355848"/>
            <a:ext cx="6268770" cy="2825496"/>
          </a:xfrm>
        </p:spPr>
        <p:txBody>
          <a:bodyPr>
            <a:normAutofit/>
          </a:bodyPr>
          <a:lstStyle/>
          <a:p>
            <a:r>
              <a:rPr lang="es-MX" sz="2200"/>
              <a:t>Antes de hacer algún proceso, se hace un preprocesamiento o limpiado de los datos, con el objetivo de poder tener solamente los datos requeridos y en el formato deseado.</a:t>
            </a:r>
            <a:br>
              <a:rPr lang="en-US" sz="2200"/>
            </a:br>
            <a:endParaRPr lang="es-MX" sz="2200"/>
          </a:p>
        </p:txBody>
      </p:sp>
      <p:pic>
        <p:nvPicPr>
          <p:cNvPr id="7" name="Imagen 6">
            <a:extLst>
              <a:ext uri="{FF2B5EF4-FFF2-40B4-BE49-F238E27FC236}">
                <a16:creationId xmlns:a16="http://schemas.microsoft.com/office/drawing/2014/main" id="{C46B816D-1716-4FDE-A206-867DF5745E0B}"/>
              </a:ext>
            </a:extLst>
          </p:cNvPr>
          <p:cNvPicPr>
            <a:picLocks noChangeAspect="1"/>
          </p:cNvPicPr>
          <p:nvPr/>
        </p:nvPicPr>
        <p:blipFill>
          <a:blip r:embed="rId2"/>
          <a:stretch>
            <a:fillRect/>
          </a:stretch>
        </p:blipFill>
        <p:spPr>
          <a:xfrm>
            <a:off x="7494066" y="2570187"/>
            <a:ext cx="4237686" cy="1642103"/>
          </a:xfrm>
          <a:prstGeom prst="rect">
            <a:avLst/>
          </a:prstGeom>
        </p:spPr>
      </p:pic>
    </p:spTree>
    <p:extLst>
      <p:ext uri="{BB962C8B-B14F-4D97-AF65-F5344CB8AC3E}">
        <p14:creationId xmlns:p14="http://schemas.microsoft.com/office/powerpoint/2010/main" val="4233378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D50350-4666-4387-8305-A263D433667C}"/>
              </a:ext>
            </a:extLst>
          </p:cNvPr>
          <p:cNvSpPr>
            <a:spLocks noGrp="1"/>
          </p:cNvSpPr>
          <p:nvPr>
            <p:ph type="title"/>
          </p:nvPr>
        </p:nvSpPr>
        <p:spPr>
          <a:xfrm>
            <a:off x="612648" y="1078992"/>
            <a:ext cx="6268770" cy="1536192"/>
          </a:xfrm>
        </p:spPr>
        <p:txBody>
          <a:bodyPr anchor="b">
            <a:normAutofit/>
          </a:bodyPr>
          <a:lstStyle/>
          <a:p>
            <a:r>
              <a:rPr lang="es-MX" sz="5200"/>
              <a:t>Preparación de datos</a:t>
            </a:r>
          </a:p>
        </p:txBody>
      </p:sp>
      <p:sp>
        <p:nvSpPr>
          <p:cNvPr id="12" name="Rectangle 11">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F36A5A6B-4453-49A0-81C2-49C66088EF03}"/>
              </a:ext>
            </a:extLst>
          </p:cNvPr>
          <p:cNvSpPr>
            <a:spLocks noGrp="1"/>
          </p:cNvSpPr>
          <p:nvPr>
            <p:ph idx="1"/>
          </p:nvPr>
        </p:nvSpPr>
        <p:spPr>
          <a:xfrm>
            <a:off x="612648" y="3355848"/>
            <a:ext cx="6268770" cy="2825496"/>
          </a:xfrm>
        </p:spPr>
        <p:txBody>
          <a:bodyPr>
            <a:normAutofit/>
          </a:bodyPr>
          <a:lstStyle/>
          <a:p>
            <a:r>
              <a:rPr lang="en-US" sz="2200"/>
              <a:t>Los datos son elementos cruciales en para los modelos de Ciencia de Datos. Sin buenos datos, no pueden haber buenos modelos.</a:t>
            </a:r>
            <a:endParaRPr lang="es-MX" sz="2200"/>
          </a:p>
        </p:txBody>
      </p:sp>
      <p:pic>
        <p:nvPicPr>
          <p:cNvPr id="5" name="Imagen 4">
            <a:extLst>
              <a:ext uri="{FF2B5EF4-FFF2-40B4-BE49-F238E27FC236}">
                <a16:creationId xmlns:a16="http://schemas.microsoft.com/office/drawing/2014/main" id="{6FB38ED1-9FF6-4922-B169-7D3C6393BE8B}"/>
              </a:ext>
            </a:extLst>
          </p:cNvPr>
          <p:cNvPicPr>
            <a:picLocks noChangeAspect="1"/>
          </p:cNvPicPr>
          <p:nvPr/>
        </p:nvPicPr>
        <p:blipFill>
          <a:blip r:embed="rId2"/>
          <a:stretch>
            <a:fillRect/>
          </a:stretch>
        </p:blipFill>
        <p:spPr>
          <a:xfrm>
            <a:off x="7494066" y="2215281"/>
            <a:ext cx="4237686" cy="2351914"/>
          </a:xfrm>
          <a:prstGeom prst="rect">
            <a:avLst/>
          </a:prstGeom>
        </p:spPr>
      </p:pic>
    </p:spTree>
    <p:extLst>
      <p:ext uri="{BB962C8B-B14F-4D97-AF65-F5344CB8AC3E}">
        <p14:creationId xmlns:p14="http://schemas.microsoft.com/office/powerpoint/2010/main" val="3300919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B43AF18-2068-4EA0-BF63-4583850B377F}"/>
              </a:ext>
            </a:extLst>
          </p:cNvPr>
          <p:cNvSpPr>
            <a:spLocks noGrp="1"/>
          </p:cNvSpPr>
          <p:nvPr>
            <p:ph type="title"/>
          </p:nvPr>
        </p:nvSpPr>
        <p:spPr>
          <a:xfrm>
            <a:off x="1115568" y="548640"/>
            <a:ext cx="10168128" cy="1179576"/>
          </a:xfrm>
        </p:spPr>
        <p:txBody>
          <a:bodyPr>
            <a:normAutofit/>
          </a:bodyPr>
          <a:lstStyle/>
          <a:p>
            <a:r>
              <a:rPr lang="es-MX" sz="4000"/>
              <a:t>Preparación de datos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D74BAA9C-BCB5-4679-A7C2-372B500DDD61}"/>
              </a:ext>
            </a:extLst>
          </p:cNvPr>
          <p:cNvSpPr>
            <a:spLocks noGrp="1"/>
          </p:cNvSpPr>
          <p:nvPr>
            <p:ph idx="1"/>
          </p:nvPr>
        </p:nvSpPr>
        <p:spPr>
          <a:xfrm>
            <a:off x="1115568" y="2481943"/>
            <a:ext cx="10168128" cy="3695020"/>
          </a:xfrm>
        </p:spPr>
        <p:txBody>
          <a:bodyPr>
            <a:normAutofit/>
          </a:bodyPr>
          <a:lstStyle/>
          <a:p>
            <a:r>
              <a:rPr lang="en-US" sz="2200"/>
              <a:t>Muchos de los algoritmos empleados en la Ciencia de Datos analizan y procesan “características” (features) que son generalmente valores numéricos que representan o miden algún fenómeno. Muchas veces estos valores deben prepararse antes de los análisis porque pueden contener múltiples deficiencias. Algunas técnicas para la preparación de datos son:</a:t>
            </a:r>
          </a:p>
          <a:p>
            <a:pPr lvl="1"/>
            <a:r>
              <a:rPr lang="en-US" sz="2200"/>
              <a:t>Filtrado de datos</a:t>
            </a:r>
          </a:p>
          <a:p>
            <a:pPr lvl="1"/>
            <a:r>
              <a:rPr lang="en-US" sz="2200"/>
              <a:t>Procesamiento de datos perdidos</a:t>
            </a:r>
          </a:p>
          <a:p>
            <a:pPr lvl="1"/>
            <a:r>
              <a:rPr lang="en-US" sz="2200"/>
              <a:t>Procesamiento de excepciones, errores y valores anómalos.</a:t>
            </a:r>
          </a:p>
          <a:p>
            <a:pPr lvl="1"/>
            <a:r>
              <a:rPr lang="en-US" sz="2200"/>
              <a:t>Combinación de datos de multiples fuentes.</a:t>
            </a:r>
          </a:p>
          <a:p>
            <a:pPr lvl="1"/>
            <a:r>
              <a:rPr lang="en-US" sz="2200"/>
              <a:t>Consolidación de datos.</a:t>
            </a:r>
            <a:endParaRPr lang="es-MX" sz="2200"/>
          </a:p>
        </p:txBody>
      </p:sp>
    </p:spTree>
    <p:extLst>
      <p:ext uri="{BB962C8B-B14F-4D97-AF65-F5344CB8AC3E}">
        <p14:creationId xmlns:p14="http://schemas.microsoft.com/office/powerpoint/2010/main" val="3905302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9EA3481-5AA1-405F-83D9-30EB83696A9E}"/>
              </a:ext>
            </a:extLst>
          </p:cNvPr>
          <p:cNvSpPr>
            <a:spLocks noGrp="1"/>
          </p:cNvSpPr>
          <p:nvPr>
            <p:ph type="title"/>
          </p:nvPr>
        </p:nvSpPr>
        <p:spPr>
          <a:xfrm>
            <a:off x="841247" y="978619"/>
            <a:ext cx="3410712" cy="1106424"/>
          </a:xfrm>
        </p:spPr>
        <p:txBody>
          <a:bodyPr>
            <a:normAutofit/>
          </a:bodyPr>
          <a:lstStyle/>
          <a:p>
            <a:r>
              <a:rPr lang="en-US" sz="2800"/>
              <a:t>Trabajo con datos</a:t>
            </a:r>
          </a:p>
        </p:txBody>
      </p:sp>
      <p:sp>
        <p:nvSpPr>
          <p:cNvPr id="16" name="Rectangle 1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DF369868-2A03-5BFD-D6FD-F87471182F05}"/>
              </a:ext>
            </a:extLst>
          </p:cNvPr>
          <p:cNvSpPr>
            <a:spLocks noGrp="1"/>
          </p:cNvSpPr>
          <p:nvPr>
            <p:ph idx="1"/>
          </p:nvPr>
        </p:nvSpPr>
        <p:spPr>
          <a:xfrm>
            <a:off x="841248" y="2252870"/>
            <a:ext cx="3412219" cy="3560251"/>
          </a:xfrm>
        </p:spPr>
        <p:txBody>
          <a:bodyPr>
            <a:normAutofit/>
          </a:bodyPr>
          <a:lstStyle/>
          <a:p>
            <a:endParaRPr lang="en-US" sz="1700"/>
          </a:p>
        </p:txBody>
      </p:sp>
      <p:pic>
        <p:nvPicPr>
          <p:cNvPr id="5" name="Marcador de contenido 4" descr="Imagen de la pantalla de un video juego&#10;&#10;Descripción generada automáticamente con confianza baja">
            <a:extLst>
              <a:ext uri="{FF2B5EF4-FFF2-40B4-BE49-F238E27FC236}">
                <a16:creationId xmlns:a16="http://schemas.microsoft.com/office/drawing/2014/main" id="{FA903669-E009-4C84-9440-C4F3602AA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9785" y="630936"/>
            <a:ext cx="3338542" cy="5495544"/>
          </a:xfrm>
          <a:prstGeom prst="rect">
            <a:avLst/>
          </a:prstGeom>
        </p:spPr>
      </p:pic>
    </p:spTree>
    <p:extLst>
      <p:ext uri="{BB962C8B-B14F-4D97-AF65-F5344CB8AC3E}">
        <p14:creationId xmlns:p14="http://schemas.microsoft.com/office/powerpoint/2010/main" val="604848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580630-1C86-40BE-93E1-745570B05870}"/>
              </a:ext>
            </a:extLst>
          </p:cNvPr>
          <p:cNvSpPr>
            <a:spLocks noGrp="1"/>
          </p:cNvSpPr>
          <p:nvPr>
            <p:ph type="title"/>
          </p:nvPr>
        </p:nvSpPr>
        <p:spPr>
          <a:xfrm>
            <a:off x="411480" y="991443"/>
            <a:ext cx="4443154" cy="1087819"/>
          </a:xfrm>
        </p:spPr>
        <p:txBody>
          <a:bodyPr anchor="b">
            <a:normAutofit/>
          </a:bodyPr>
          <a:lstStyle/>
          <a:p>
            <a:r>
              <a:rPr lang="en-US" sz="3400"/>
              <a:t>Preparación de datos</a:t>
            </a:r>
          </a:p>
        </p:txBody>
      </p:sp>
      <p:sp>
        <p:nvSpPr>
          <p:cNvPr id="14" name="Rectangle 13">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0F9F776B-F97A-730E-6940-CD97B1AB8BB4}"/>
              </a:ext>
            </a:extLst>
          </p:cNvPr>
          <p:cNvSpPr>
            <a:spLocks noGrp="1"/>
          </p:cNvSpPr>
          <p:nvPr>
            <p:ph idx="1"/>
          </p:nvPr>
        </p:nvSpPr>
        <p:spPr>
          <a:xfrm>
            <a:off x="411480" y="2684095"/>
            <a:ext cx="4443154" cy="3492868"/>
          </a:xfrm>
        </p:spPr>
        <p:txBody>
          <a:bodyPr>
            <a:normAutofit/>
          </a:bodyPr>
          <a:lstStyle/>
          <a:p>
            <a:endParaRPr lang="en-US" sz="1800"/>
          </a:p>
        </p:txBody>
      </p:sp>
      <p:pic>
        <p:nvPicPr>
          <p:cNvPr id="5" name="Marcador de contenido 4">
            <a:extLst>
              <a:ext uri="{FF2B5EF4-FFF2-40B4-BE49-F238E27FC236}">
                <a16:creationId xmlns:a16="http://schemas.microsoft.com/office/drawing/2014/main" id="{78E7B436-AF9E-4CDF-A8C1-E660272AC39F}"/>
              </a:ext>
            </a:extLst>
          </p:cNvPr>
          <p:cNvPicPr>
            <a:picLocks noChangeAspect="1"/>
          </p:cNvPicPr>
          <p:nvPr/>
        </p:nvPicPr>
        <p:blipFill>
          <a:blip r:embed="rId2"/>
          <a:stretch>
            <a:fillRect/>
          </a:stretch>
        </p:blipFill>
        <p:spPr>
          <a:xfrm>
            <a:off x="1368618" y="2079262"/>
            <a:ext cx="9679388" cy="4791297"/>
          </a:xfrm>
          <a:prstGeom prst="rect">
            <a:avLst/>
          </a:prstGeom>
        </p:spPr>
      </p:pic>
    </p:spTree>
    <p:extLst>
      <p:ext uri="{BB962C8B-B14F-4D97-AF65-F5344CB8AC3E}">
        <p14:creationId xmlns:p14="http://schemas.microsoft.com/office/powerpoint/2010/main" val="1843436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76A5F3-AA1C-4174-BEFC-AA2327D65E84}"/>
              </a:ext>
            </a:extLst>
          </p:cNvPr>
          <p:cNvSpPr>
            <a:spLocks noGrp="1"/>
          </p:cNvSpPr>
          <p:nvPr>
            <p:ph type="title"/>
          </p:nvPr>
        </p:nvSpPr>
        <p:spPr>
          <a:xfrm>
            <a:off x="612648" y="1078992"/>
            <a:ext cx="6268770" cy="1536192"/>
          </a:xfrm>
        </p:spPr>
        <p:txBody>
          <a:bodyPr anchor="b">
            <a:normAutofit/>
          </a:bodyPr>
          <a:lstStyle/>
          <a:p>
            <a:r>
              <a:rPr lang="es-MX" sz="5200"/>
              <a:t>7. Modelado</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5BDE736A-731E-46C7-ADD5-566B2F965BF3}"/>
              </a:ext>
            </a:extLst>
          </p:cNvPr>
          <p:cNvSpPr>
            <a:spLocks noGrp="1"/>
          </p:cNvSpPr>
          <p:nvPr>
            <p:ph idx="1"/>
          </p:nvPr>
        </p:nvSpPr>
        <p:spPr>
          <a:xfrm>
            <a:off x="612648" y="3355848"/>
            <a:ext cx="6268770" cy="2825496"/>
          </a:xfrm>
        </p:spPr>
        <p:txBody>
          <a:bodyPr>
            <a:normAutofit/>
          </a:bodyPr>
          <a:lstStyle/>
          <a:p>
            <a:r>
              <a:rPr lang="es-MX" sz="1500"/>
              <a:t>La etapa de modelado utiliza la primera versión del conjunto de datos preparado y se enfoca en desarrollar modelos predictivos o descriptivos según el enfoque analítico previamente definido. En los modelos predictivos, los científicos de datos utilizan un conjunto de capacitación (datos históricos en los que se conoce el resultado de interés) para construir el modelo. El proceso de modelado normalmente es muy iterativo, ya que las organizaciones están adquiriendo “insights” intermedios, lo que deriva en ajustes en la preparación de datos y en la especificación del modelo. Para una técnica determinada, los científicos de datos pueden probar múltiples algoritmos con sus respectivos parámetros para encontrar el mejor modelo para las variables disponibles. </a:t>
            </a:r>
            <a:br>
              <a:rPr lang="es-MX" sz="1500"/>
            </a:br>
            <a:br>
              <a:rPr lang="es-MX" sz="1500"/>
            </a:br>
            <a:endParaRPr lang="es-MX" sz="1500"/>
          </a:p>
        </p:txBody>
      </p:sp>
      <p:grpSp>
        <p:nvGrpSpPr>
          <p:cNvPr id="6" name="Grupo 5">
            <a:extLst>
              <a:ext uri="{FF2B5EF4-FFF2-40B4-BE49-F238E27FC236}">
                <a16:creationId xmlns:a16="http://schemas.microsoft.com/office/drawing/2014/main" id="{BFE73496-F37F-458E-93AD-E1E86FC47168}"/>
              </a:ext>
            </a:extLst>
          </p:cNvPr>
          <p:cNvGrpSpPr/>
          <p:nvPr/>
        </p:nvGrpSpPr>
        <p:grpSpPr>
          <a:xfrm>
            <a:off x="7494066" y="2093049"/>
            <a:ext cx="4237686" cy="2596378"/>
            <a:chOff x="3243262" y="2253456"/>
            <a:chExt cx="5705475" cy="3495675"/>
          </a:xfrm>
        </p:grpSpPr>
        <p:pic>
          <p:nvPicPr>
            <p:cNvPr id="7" name="Marcador de contenido 4">
              <a:extLst>
                <a:ext uri="{FF2B5EF4-FFF2-40B4-BE49-F238E27FC236}">
                  <a16:creationId xmlns:a16="http://schemas.microsoft.com/office/drawing/2014/main" id="{860C32E7-4818-4C6B-8223-47BD85F9DD89}"/>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FF64C231-A48D-4B36-9E25-88DE7BABD92D}"/>
                </a:ext>
              </a:extLst>
            </p:cNvPr>
            <p:cNvSpPr/>
            <p:nvPr/>
          </p:nvSpPr>
          <p:spPr>
            <a:xfrm>
              <a:off x="4433455" y="5222658"/>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229738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47A3059-69F2-4E12-ACD8-A5FE28191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6DE14C6-58AA-4D68-A19B-84CFE358AB8F}"/>
              </a:ext>
            </a:extLst>
          </p:cNvPr>
          <p:cNvSpPr>
            <a:spLocks noGrp="1"/>
          </p:cNvSpPr>
          <p:nvPr>
            <p:ph type="title"/>
          </p:nvPr>
        </p:nvSpPr>
        <p:spPr>
          <a:xfrm>
            <a:off x="7145654" y="991443"/>
            <a:ext cx="4603001" cy="1087819"/>
          </a:xfrm>
        </p:spPr>
        <p:txBody>
          <a:bodyPr anchor="b">
            <a:normAutofit/>
          </a:bodyPr>
          <a:lstStyle/>
          <a:p>
            <a:r>
              <a:rPr lang="en-US" sz="3400"/>
              <a:t>Modelado</a:t>
            </a:r>
          </a:p>
        </p:txBody>
      </p:sp>
      <p:pic>
        <p:nvPicPr>
          <p:cNvPr id="5" name="Imagen 4">
            <a:extLst>
              <a:ext uri="{FF2B5EF4-FFF2-40B4-BE49-F238E27FC236}">
                <a16:creationId xmlns:a16="http://schemas.microsoft.com/office/drawing/2014/main" id="{D1893CF1-BE8A-4048-8BF3-C915B0F006D4}"/>
              </a:ext>
            </a:extLst>
          </p:cNvPr>
          <p:cNvPicPr>
            <a:picLocks noChangeAspect="1"/>
          </p:cNvPicPr>
          <p:nvPr/>
        </p:nvPicPr>
        <p:blipFill>
          <a:blip r:embed="rId2"/>
          <a:stretch>
            <a:fillRect/>
          </a:stretch>
        </p:blipFill>
        <p:spPr>
          <a:xfrm>
            <a:off x="443345" y="932549"/>
            <a:ext cx="6250063" cy="4937548"/>
          </a:xfrm>
          <a:prstGeom prst="rect">
            <a:avLst/>
          </a:prstGeom>
        </p:spPr>
      </p:pic>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383398"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55" y="2285541"/>
            <a:ext cx="4526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BDAF4172-CBF8-47CC-A8D5-5BC0B872BE1D}"/>
              </a:ext>
            </a:extLst>
          </p:cNvPr>
          <p:cNvSpPr>
            <a:spLocks noGrp="1"/>
          </p:cNvSpPr>
          <p:nvPr>
            <p:ph idx="1"/>
          </p:nvPr>
        </p:nvSpPr>
        <p:spPr>
          <a:xfrm>
            <a:off x="7145654" y="2684095"/>
            <a:ext cx="4603001" cy="3492868"/>
          </a:xfrm>
        </p:spPr>
        <p:txBody>
          <a:bodyPr>
            <a:normAutofit/>
          </a:bodyPr>
          <a:lstStyle/>
          <a:p>
            <a:r>
              <a:rPr lang="en-US" sz="1800"/>
              <a:t>A partir de los datos se crea un modelo para lograr cumplir el objetivo y encontrar resultados.</a:t>
            </a:r>
          </a:p>
        </p:txBody>
      </p:sp>
    </p:spTree>
    <p:extLst>
      <p:ext uri="{BB962C8B-B14F-4D97-AF65-F5344CB8AC3E}">
        <p14:creationId xmlns:p14="http://schemas.microsoft.com/office/powerpoint/2010/main" val="538567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21C253-E001-420A-B7F4-3F3D93264B9F}"/>
              </a:ext>
            </a:extLst>
          </p:cNvPr>
          <p:cNvSpPr>
            <a:spLocks noGrp="1"/>
          </p:cNvSpPr>
          <p:nvPr>
            <p:ph type="title"/>
          </p:nvPr>
        </p:nvSpPr>
        <p:spPr>
          <a:xfrm>
            <a:off x="612648" y="1078992"/>
            <a:ext cx="6268770" cy="1536192"/>
          </a:xfrm>
        </p:spPr>
        <p:txBody>
          <a:bodyPr anchor="b">
            <a:normAutofit/>
          </a:bodyPr>
          <a:lstStyle/>
          <a:p>
            <a:r>
              <a:rPr lang="es-MX" sz="5200"/>
              <a:t>8. Evaluación</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61C59D84-508F-4422-AD2E-632E53CE3F44}"/>
              </a:ext>
            </a:extLst>
          </p:cNvPr>
          <p:cNvSpPr>
            <a:spLocks noGrp="1"/>
          </p:cNvSpPr>
          <p:nvPr>
            <p:ph idx="1"/>
          </p:nvPr>
        </p:nvSpPr>
        <p:spPr>
          <a:xfrm>
            <a:off x="612648" y="3355848"/>
            <a:ext cx="6268770" cy="2825496"/>
          </a:xfrm>
        </p:spPr>
        <p:txBody>
          <a:bodyPr>
            <a:normAutofit/>
          </a:bodyPr>
          <a:lstStyle/>
          <a:p>
            <a:r>
              <a:rPr lang="es-MX" sz="1200"/>
              <a:t>Durante el desarrollo del modelo y antes de su implementación, el científico de datos evalúa el modelo para comprender su calidad y garantizar que aborda el problema empresarial de manera adecuada y completa. La evaluación del modelo implica el cálculo de varias medidas de diagnóstico y de otros resultados, como tablas y gráficos, lo que permite al científico de datos interpretar la calidad y la eficacia del modelo en la resolución del problema. Para los modelos predictivos, los científicos de datos usan un conjunto de pruebas, que es independiente del conjunto de capacitación, pero sigue la misma distribución de probabilidad y tiene un resultado conocido. El conjunto de pruebas se utiliza para evaluar el modelo para ajustarlo según las necesidades. A veces, el modelo final también se aplica a un conjunto de validación para realizar una evaluación final.</a:t>
            </a:r>
          </a:p>
          <a:p>
            <a:r>
              <a:rPr lang="es-MX" sz="1200"/>
              <a:t>Además, los científicos de datos pueden asignar al modelo pruebas de significancia estadística como prueba adicional de su calidad. Esta prueba adicional puede ser fundamental para justificar la implementación del modelo o para tomar medidas cuando hay mucho en juego, como un costoso protocolo médico suplementario o un sistema crítico para vuelos en avión </a:t>
            </a:r>
            <a:br>
              <a:rPr lang="es-MX" sz="1200"/>
            </a:br>
            <a:endParaRPr lang="es-MX" sz="1200"/>
          </a:p>
        </p:txBody>
      </p:sp>
      <p:grpSp>
        <p:nvGrpSpPr>
          <p:cNvPr id="6" name="Grupo 5">
            <a:extLst>
              <a:ext uri="{FF2B5EF4-FFF2-40B4-BE49-F238E27FC236}">
                <a16:creationId xmlns:a16="http://schemas.microsoft.com/office/drawing/2014/main" id="{91017BF3-58E0-4997-95CD-9AE82DF00071}"/>
              </a:ext>
            </a:extLst>
          </p:cNvPr>
          <p:cNvGrpSpPr/>
          <p:nvPr/>
        </p:nvGrpSpPr>
        <p:grpSpPr>
          <a:xfrm>
            <a:off x="7494066" y="2096194"/>
            <a:ext cx="4237686" cy="2590089"/>
            <a:chOff x="3229407" y="2253456"/>
            <a:chExt cx="5719330" cy="3495675"/>
          </a:xfrm>
        </p:grpSpPr>
        <p:pic>
          <p:nvPicPr>
            <p:cNvPr id="7" name="Marcador de contenido 4">
              <a:extLst>
                <a:ext uri="{FF2B5EF4-FFF2-40B4-BE49-F238E27FC236}">
                  <a16:creationId xmlns:a16="http://schemas.microsoft.com/office/drawing/2014/main" id="{9E50AF03-5E6C-457A-9E61-82DFF9203E8F}"/>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8A0F1AA2-322C-4570-AFA1-84B128F71702}"/>
                </a:ext>
              </a:extLst>
            </p:cNvPr>
            <p:cNvSpPr/>
            <p:nvPr/>
          </p:nvSpPr>
          <p:spPr>
            <a:xfrm>
              <a:off x="3229407" y="44334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585890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7A4B74A-3A55-4B76-B407-40049F82C00C}"/>
              </a:ext>
            </a:extLst>
          </p:cNvPr>
          <p:cNvSpPr>
            <a:spLocks noGrp="1"/>
          </p:cNvSpPr>
          <p:nvPr>
            <p:ph type="title"/>
          </p:nvPr>
        </p:nvSpPr>
        <p:spPr>
          <a:xfrm>
            <a:off x="612648" y="1078992"/>
            <a:ext cx="6268770" cy="1536192"/>
          </a:xfrm>
        </p:spPr>
        <p:txBody>
          <a:bodyPr anchor="b">
            <a:normAutofit/>
          </a:bodyPr>
          <a:lstStyle/>
          <a:p>
            <a:r>
              <a:rPr lang="es-MX" sz="5200"/>
              <a:t>9. Implementación</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72E0B491-8896-4472-A9C2-85DA90DA0DB5}"/>
              </a:ext>
            </a:extLst>
          </p:cNvPr>
          <p:cNvSpPr>
            <a:spLocks noGrp="1"/>
          </p:cNvSpPr>
          <p:nvPr>
            <p:ph idx="1"/>
          </p:nvPr>
        </p:nvSpPr>
        <p:spPr>
          <a:xfrm>
            <a:off x="612648" y="3355848"/>
            <a:ext cx="6268770" cy="2825496"/>
          </a:xfrm>
        </p:spPr>
        <p:txBody>
          <a:bodyPr>
            <a:normAutofit/>
          </a:bodyPr>
          <a:lstStyle/>
          <a:p>
            <a:r>
              <a:rPr lang="es-MX" sz="1200"/>
              <a:t>Cuando el modelo satisfactorio ha sido desarrollado y aprobado por los promotores del negocio, se implementa en el entorno de producción o en un entorno de pruebas comparable. Por lo general, se implementa de forma imitada hasta que su rendimiento se haya evaluado completamente. Su implementación puede ser tan fácil como generar un informe con recomendaciones, o tan enrevesado como incrustar el modelo en un complejo proceso de puntuación y de flujo de trabajo administrado por una aplicación personalizada. La implementación de un modelo en un proceso operativo empresarial generalmente involucra a grupos, habilidades y tecnologías adicionales dentro de la empresa. Por ejemplo, un grupo de ventas puede implementar un modelo de propensión a la respuesta a través de un proceso de administración de campañas creado por un equipo de desarrollo y administrado por un grupo de marketing. </a:t>
            </a:r>
            <a:br>
              <a:rPr lang="es-MX" sz="1200"/>
            </a:br>
            <a:br>
              <a:rPr lang="es-MX" sz="1200"/>
            </a:br>
            <a:endParaRPr lang="es-MX" sz="1200"/>
          </a:p>
        </p:txBody>
      </p:sp>
      <p:grpSp>
        <p:nvGrpSpPr>
          <p:cNvPr id="6" name="Grupo 5">
            <a:extLst>
              <a:ext uri="{FF2B5EF4-FFF2-40B4-BE49-F238E27FC236}">
                <a16:creationId xmlns:a16="http://schemas.microsoft.com/office/drawing/2014/main" id="{47EAC365-4F96-4DE4-9608-6B7F9E6F44C2}"/>
              </a:ext>
            </a:extLst>
          </p:cNvPr>
          <p:cNvGrpSpPr/>
          <p:nvPr/>
        </p:nvGrpSpPr>
        <p:grpSpPr>
          <a:xfrm>
            <a:off x="7494066" y="2096194"/>
            <a:ext cx="4237686" cy="2590089"/>
            <a:chOff x="3229407" y="2253456"/>
            <a:chExt cx="5719330" cy="3495675"/>
          </a:xfrm>
        </p:grpSpPr>
        <p:pic>
          <p:nvPicPr>
            <p:cNvPr id="7" name="Marcador de contenido 4">
              <a:extLst>
                <a:ext uri="{FF2B5EF4-FFF2-40B4-BE49-F238E27FC236}">
                  <a16:creationId xmlns:a16="http://schemas.microsoft.com/office/drawing/2014/main" id="{B773F78C-42C3-4D77-8CFF-56B728C068C6}"/>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1570BD9F-6553-4142-B27A-FF8018E83C61}"/>
                </a:ext>
              </a:extLst>
            </p:cNvPr>
            <p:cNvSpPr/>
            <p:nvPr/>
          </p:nvSpPr>
          <p:spPr>
            <a:xfrm>
              <a:off x="3229407" y="3738056"/>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2039255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C2E84F-7FBF-4B3C-8623-2E5048123C0A}"/>
              </a:ext>
            </a:extLst>
          </p:cNvPr>
          <p:cNvSpPr>
            <a:spLocks noGrp="1"/>
          </p:cNvSpPr>
          <p:nvPr>
            <p:ph type="title"/>
          </p:nvPr>
        </p:nvSpPr>
        <p:spPr>
          <a:xfrm>
            <a:off x="612648" y="1078992"/>
            <a:ext cx="6268770" cy="1536192"/>
          </a:xfrm>
        </p:spPr>
        <p:txBody>
          <a:bodyPr anchor="b">
            <a:normAutofit/>
          </a:bodyPr>
          <a:lstStyle/>
          <a:p>
            <a:r>
              <a:rPr lang="es-MX" sz="5200"/>
              <a:t>10. Retroalimentación</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3CC5A641-B67C-4113-AAE2-8B9E58230D41}"/>
              </a:ext>
            </a:extLst>
          </p:cNvPr>
          <p:cNvSpPr>
            <a:spLocks noGrp="1"/>
          </p:cNvSpPr>
          <p:nvPr>
            <p:ph idx="1"/>
          </p:nvPr>
        </p:nvSpPr>
        <p:spPr>
          <a:xfrm>
            <a:off x="612648" y="3355848"/>
            <a:ext cx="6268770" cy="2825496"/>
          </a:xfrm>
        </p:spPr>
        <p:txBody>
          <a:bodyPr>
            <a:normAutofit/>
          </a:bodyPr>
          <a:lstStyle/>
          <a:p>
            <a:r>
              <a:rPr lang="es-MX" sz="1500"/>
              <a:t>Al recopilar los resultados del modelo implementado, la organización obtiene retroalimentación sobre el rendimiento del modelo y su impacto en el entorno en el que se implementó. Por ejemplo, la retroalimentación puede ser en forma de porcentajes de respuesta a una campaña promocional dirigida a un grupo de clientes que ha sido identificado por el modelo como respondedores de alto potencial. Los científicos de datos pueden analizar esta retroalimentación para ajustar el modelo para mejorar su precisión y utilidad. Pueden automatizar algunos o todos los pasos de la evaluación del modelo y de la recopilación de retroalimentación, el ajuste y la reimplementación del modelo para acelerar el proceso de actualización del modelo para obtener mejores resultados. </a:t>
            </a:r>
            <a:br>
              <a:rPr lang="es-MX" sz="1500"/>
            </a:br>
            <a:endParaRPr lang="es-MX" sz="1500"/>
          </a:p>
        </p:txBody>
      </p:sp>
      <p:grpSp>
        <p:nvGrpSpPr>
          <p:cNvPr id="6" name="Grupo 5">
            <a:extLst>
              <a:ext uri="{FF2B5EF4-FFF2-40B4-BE49-F238E27FC236}">
                <a16:creationId xmlns:a16="http://schemas.microsoft.com/office/drawing/2014/main" id="{4F373CB3-3516-426F-89A0-0F346DB6A968}"/>
              </a:ext>
            </a:extLst>
          </p:cNvPr>
          <p:cNvGrpSpPr/>
          <p:nvPr/>
        </p:nvGrpSpPr>
        <p:grpSpPr>
          <a:xfrm>
            <a:off x="7494066" y="2093049"/>
            <a:ext cx="4237686" cy="2596378"/>
            <a:chOff x="3243262" y="2253456"/>
            <a:chExt cx="5705475" cy="3495675"/>
          </a:xfrm>
        </p:grpSpPr>
        <p:pic>
          <p:nvPicPr>
            <p:cNvPr id="7" name="Marcador de contenido 4">
              <a:extLst>
                <a:ext uri="{FF2B5EF4-FFF2-40B4-BE49-F238E27FC236}">
                  <a16:creationId xmlns:a16="http://schemas.microsoft.com/office/drawing/2014/main" id="{562DF5F5-CBD7-4357-8318-A021C7B59BA1}"/>
                </a:ext>
              </a:extLst>
            </p:cNvPr>
            <p:cNvPicPr>
              <a:picLocks noChangeAspect="1"/>
            </p:cNvPicPr>
            <p:nvPr/>
          </p:nvPicPr>
          <p:blipFill>
            <a:blip r:embed="rId3"/>
            <a:stretch>
              <a:fillRect/>
            </a:stretch>
          </p:blipFill>
          <p:spPr>
            <a:xfrm>
              <a:off x="3243262" y="2253456"/>
              <a:ext cx="5705475" cy="3495675"/>
            </a:xfrm>
            <a:prstGeom prst="rect">
              <a:avLst/>
            </a:prstGeom>
          </p:spPr>
        </p:pic>
        <p:sp>
          <p:nvSpPr>
            <p:cNvPr id="8" name="Rectángulo 7">
              <a:extLst>
                <a:ext uri="{FF2B5EF4-FFF2-40B4-BE49-F238E27FC236}">
                  <a16:creationId xmlns:a16="http://schemas.microsoft.com/office/drawing/2014/main" id="{172B1DDD-5C57-4CE8-8560-0A0F2F4401ED}"/>
                </a:ext>
              </a:extLst>
            </p:cNvPr>
            <p:cNvSpPr/>
            <p:nvPr/>
          </p:nvSpPr>
          <p:spPr>
            <a:xfrm>
              <a:off x="3243262" y="3061854"/>
              <a:ext cx="1302327" cy="526473"/>
            </a:xfrm>
            <a:prstGeom prst="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326279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D29F916-F96E-4590-AE83-078CAC97A136}"/>
              </a:ext>
            </a:extLst>
          </p:cNvPr>
          <p:cNvSpPr>
            <a:spLocks noGrp="1"/>
          </p:cNvSpPr>
          <p:nvPr>
            <p:ph type="title"/>
          </p:nvPr>
        </p:nvSpPr>
        <p:spPr>
          <a:xfrm>
            <a:off x="1115568" y="548640"/>
            <a:ext cx="10168128" cy="1179576"/>
          </a:xfrm>
        </p:spPr>
        <p:txBody>
          <a:bodyPr>
            <a:normAutofit/>
          </a:bodyPr>
          <a:lstStyle/>
          <a:p>
            <a:r>
              <a:rPr lang="es-MX" sz="4000"/>
              <a:t>Conceptos básicos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B2318CD0-8660-7ACD-4834-551DC57F0FF7}"/>
              </a:ext>
            </a:extLst>
          </p:cNvPr>
          <p:cNvSpPr>
            <a:spLocks noGrp="1"/>
          </p:cNvSpPr>
          <p:nvPr>
            <p:ph idx="1"/>
          </p:nvPr>
        </p:nvSpPr>
        <p:spPr>
          <a:xfrm>
            <a:off x="1115568" y="2481943"/>
            <a:ext cx="10168128" cy="3695020"/>
          </a:xfrm>
        </p:spPr>
        <p:txBody>
          <a:bodyPr>
            <a:normAutofit/>
          </a:bodyPr>
          <a:lstStyle/>
          <a:p>
            <a:pPr lvl="0"/>
            <a:r>
              <a:rPr lang="es-MX" sz="2200" b="1" dirty="0"/>
              <a:t>Dataset</a:t>
            </a:r>
            <a:r>
              <a:rPr lang="es-MX" sz="2200" dirty="0"/>
              <a:t>: colección de datos utilizados en tareas de aprendizaje automático. Cada registro de datos se denomina muestra. Los eventos o atributos que reflejan el rendimiento o la naturaleza de una muestra en un aspecto concreto se denominan características.</a:t>
            </a:r>
            <a:endParaRPr lang="en-US" sz="2200" dirty="0"/>
          </a:p>
          <a:p>
            <a:pPr lvl="0"/>
            <a:r>
              <a:rPr lang="es-MX" sz="2200" b="1" dirty="0"/>
              <a:t>Conjunto de entrenamiento</a:t>
            </a:r>
            <a:r>
              <a:rPr lang="es-MX" sz="2200" dirty="0"/>
              <a:t>: conjunto de datos utilizado en el proceso de entrenamiento, en el que cada muestra se denomina muestra de entrenamiento. El proceso de creación de un modelo a partir de los datos se denomina aprendizaje (formación).</a:t>
            </a:r>
            <a:endParaRPr lang="en-US" sz="2200" dirty="0"/>
          </a:p>
          <a:p>
            <a:pPr lvl="0"/>
            <a:r>
              <a:rPr lang="es-MX" sz="2200" b="1" dirty="0"/>
              <a:t>Conjunto de pruebas</a:t>
            </a:r>
            <a:r>
              <a:rPr lang="es-MX" sz="2200" dirty="0"/>
              <a:t>: La prueba se refiere al proceso de utilizar el modelo obtenido tras el aprendizaje para la predicción. El conjunto de datos utilizado se denomina conjunto de prueba, y cada muestra se denomina muestra de prueba.</a:t>
            </a:r>
            <a:endParaRPr lang="en-US" sz="2200" dirty="0"/>
          </a:p>
        </p:txBody>
      </p:sp>
    </p:spTree>
    <p:extLst>
      <p:ext uri="{BB962C8B-B14F-4D97-AF65-F5344CB8AC3E}">
        <p14:creationId xmlns:p14="http://schemas.microsoft.com/office/powerpoint/2010/main" val="1140645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62458AF-A8C4-4DB1-A062-F81FBB880DB7}"/>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Más conceptos básicos</a:t>
            </a:r>
          </a:p>
        </p:txBody>
      </p:sp>
      <p:sp>
        <p:nvSpPr>
          <p:cNvPr id="14" name="Rectangle 1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Marcador de contenido 4">
            <a:extLst>
              <a:ext uri="{FF2B5EF4-FFF2-40B4-BE49-F238E27FC236}">
                <a16:creationId xmlns:a16="http://schemas.microsoft.com/office/drawing/2014/main" id="{8418F6D7-EFA9-4B7A-914A-DC500091A106}"/>
              </a:ext>
            </a:extLst>
          </p:cNvPr>
          <p:cNvPicPr>
            <a:picLocks noGrp="1" noChangeAspect="1"/>
          </p:cNvPicPr>
          <p:nvPr>
            <p:ph idx="1"/>
          </p:nvPr>
        </p:nvPicPr>
        <p:blipFill>
          <a:blip r:embed="rId2"/>
          <a:stretch>
            <a:fillRect/>
          </a:stretch>
        </p:blipFill>
        <p:spPr>
          <a:xfrm>
            <a:off x="1371619" y="2091095"/>
            <a:ext cx="9452227" cy="4206240"/>
          </a:xfrm>
          <a:prstGeom prst="rect">
            <a:avLst/>
          </a:prstGeom>
        </p:spPr>
      </p:pic>
    </p:spTree>
    <p:extLst>
      <p:ext uri="{BB962C8B-B14F-4D97-AF65-F5344CB8AC3E}">
        <p14:creationId xmlns:p14="http://schemas.microsoft.com/office/powerpoint/2010/main" val="2630847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22AA6C5-8E7D-46EB-AB68-C3B447D8756B}"/>
              </a:ext>
            </a:extLst>
          </p:cNvPr>
          <p:cNvSpPr>
            <a:spLocks noGrp="1"/>
          </p:cNvSpPr>
          <p:nvPr>
            <p:ph type="title"/>
          </p:nvPr>
        </p:nvSpPr>
        <p:spPr>
          <a:xfrm>
            <a:off x="371094" y="1161288"/>
            <a:ext cx="3438144" cy="1239012"/>
          </a:xfrm>
        </p:spPr>
        <p:txBody>
          <a:bodyPr anchor="ctr">
            <a:normAutofit/>
          </a:bodyPr>
          <a:lstStyle/>
          <a:p>
            <a:r>
              <a:rPr lang="es-MX" sz="2800"/>
              <a:t>El trabajo mas “sexy” del siglo XXI</a:t>
            </a:r>
          </a:p>
        </p:txBody>
      </p:sp>
      <p:sp>
        <p:nvSpPr>
          <p:cNvPr id="15" name="Rectangle 1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CDD87156-8E27-48E3-B5E5-5C3313C3F3E0}"/>
              </a:ext>
            </a:extLst>
          </p:cNvPr>
          <p:cNvSpPr>
            <a:spLocks noGrp="1"/>
          </p:cNvSpPr>
          <p:nvPr>
            <p:ph idx="1"/>
          </p:nvPr>
        </p:nvSpPr>
        <p:spPr>
          <a:xfrm>
            <a:off x="371094" y="2718054"/>
            <a:ext cx="3438906" cy="3207258"/>
          </a:xfrm>
        </p:spPr>
        <p:txBody>
          <a:bodyPr anchor="t">
            <a:normAutofit/>
          </a:bodyPr>
          <a:lstStyle/>
          <a:p>
            <a:r>
              <a:rPr lang="es-MX" sz="1700"/>
              <a:t>Según Thomas J. Davenport:</a:t>
            </a:r>
          </a:p>
          <a:p>
            <a:r>
              <a:rPr lang="en-US" sz="1700"/>
              <a:t>"Data Scientist: The Sexiest Job of the 21st Century", https://hbr.org/2012/10/data-scientist-the-sexiest-job-of-the-21st-century, octubre 2012</a:t>
            </a:r>
          </a:p>
        </p:txBody>
      </p:sp>
      <p:pic>
        <p:nvPicPr>
          <p:cNvPr id="4" name="Picture 7">
            <a:extLst>
              <a:ext uri="{FF2B5EF4-FFF2-40B4-BE49-F238E27FC236}">
                <a16:creationId xmlns:a16="http://schemas.microsoft.com/office/drawing/2014/main" id="{82CF0A01-5F9E-4C16-AC06-22668142C6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01184" y="1264249"/>
            <a:ext cx="6922008" cy="4430085"/>
          </a:xfrm>
          <a:prstGeom prst="rect">
            <a:avLst/>
          </a:prstGeom>
          <a:noFill/>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08341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7E9E470-4A52-4E76-B11A-83995E81CFF3}"/>
              </a:ext>
            </a:extLst>
          </p:cNvPr>
          <p:cNvSpPr>
            <a:spLocks noGrp="1"/>
          </p:cNvSpPr>
          <p:nvPr>
            <p:ph type="title"/>
          </p:nvPr>
        </p:nvSpPr>
        <p:spPr>
          <a:xfrm>
            <a:off x="1115568" y="548640"/>
            <a:ext cx="10168128" cy="1179576"/>
          </a:xfrm>
        </p:spPr>
        <p:txBody>
          <a:bodyPr>
            <a:normAutofit/>
          </a:bodyPr>
          <a:lstStyle/>
          <a:p>
            <a:r>
              <a:rPr lang="es-ES" sz="4000"/>
              <a:t>Aprendizaje Automatizado</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4B25031F-0167-4726-824C-8121D008B922}"/>
              </a:ext>
            </a:extLst>
          </p:cNvPr>
          <p:cNvSpPr>
            <a:spLocks noGrp="1"/>
          </p:cNvSpPr>
          <p:nvPr>
            <p:ph idx="1"/>
          </p:nvPr>
        </p:nvSpPr>
        <p:spPr>
          <a:xfrm>
            <a:off x="1115568" y="2481943"/>
            <a:ext cx="10168128" cy="3695020"/>
          </a:xfrm>
        </p:spPr>
        <p:txBody>
          <a:bodyPr>
            <a:normAutofit/>
          </a:bodyPr>
          <a:lstStyle/>
          <a:p>
            <a:r>
              <a:rPr lang="es-ES" sz="1700" dirty="0"/>
              <a:t>Aprendizaje Automático, Aprendizaje Máquina o Machine </a:t>
            </a:r>
            <a:r>
              <a:rPr lang="es-ES" sz="1700" dirty="0" err="1"/>
              <a:t>Learning</a:t>
            </a:r>
            <a:r>
              <a:rPr lang="es-ES" sz="1700" dirty="0"/>
              <a:t> (ML)</a:t>
            </a:r>
          </a:p>
          <a:p>
            <a:pPr lvl="1"/>
            <a:r>
              <a:rPr lang="es-ES" sz="1700" dirty="0"/>
              <a:t>Rama de la IA que desarrolla algoritmos de análisis de datos que permitan al sistema aprender (generalizar comportamientos mediante detección de patrones en la información suministrada en forma de ejemplos y experiencia) y tomar decisiones autónomas en base a la predicción de las situaciones que se puedan producir</a:t>
            </a:r>
          </a:p>
          <a:p>
            <a:pPr marL="0" indent="0">
              <a:buNone/>
            </a:pPr>
            <a:endParaRPr lang="es-ES" sz="1700" dirty="0"/>
          </a:p>
          <a:p>
            <a:r>
              <a:rPr lang="es-ES" sz="1700" dirty="0"/>
              <a:t>La Inteligencia Artificial simbólica “razona” sobre declaraciones usando lenguajes formales y símbolos para representar el conocimiento</a:t>
            </a:r>
          </a:p>
          <a:p>
            <a:pPr lvl="1"/>
            <a:r>
              <a:rPr lang="es-ES" sz="1700" dirty="0"/>
              <a:t>Ningún proyecto ha alcanzado demasiado éxito</a:t>
            </a:r>
          </a:p>
          <a:p>
            <a:pPr lvl="1"/>
            <a:r>
              <a:rPr lang="es-ES" sz="1700" dirty="0"/>
              <a:t>Eso sugiere que los sistemas de Inteligencia Artificial necesitan la capacidad de adquirir su propio conocimiento extrayendo patrones a partir de los datos crudos</a:t>
            </a:r>
          </a:p>
        </p:txBody>
      </p:sp>
    </p:spTree>
    <p:extLst>
      <p:ext uri="{BB962C8B-B14F-4D97-AF65-F5344CB8AC3E}">
        <p14:creationId xmlns:p14="http://schemas.microsoft.com/office/powerpoint/2010/main" val="3811925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B2639D5-D3EB-6686-4C08-64C24D33DDB3}"/>
              </a:ext>
            </a:extLst>
          </p:cNvPr>
          <p:cNvSpPr>
            <a:spLocks noGrp="1"/>
          </p:cNvSpPr>
          <p:nvPr>
            <p:ph type="title"/>
          </p:nvPr>
        </p:nvSpPr>
        <p:spPr>
          <a:xfrm>
            <a:off x="1115568" y="548640"/>
            <a:ext cx="10168128" cy="1179576"/>
          </a:xfrm>
        </p:spPr>
        <p:txBody>
          <a:bodyPr>
            <a:normAutofit/>
          </a:bodyPr>
          <a:lstStyle/>
          <a:p>
            <a:r>
              <a:rPr lang="es-MX" sz="4000"/>
              <a:t>Aprendizaje automatizado</a:t>
            </a:r>
          </a:p>
        </p:txBody>
      </p:sp>
      <p:sp>
        <p:nvSpPr>
          <p:cNvPr id="22" name="Rectangle 2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 name="Marcador de contenido 3">
            <a:extLst>
              <a:ext uri="{FF2B5EF4-FFF2-40B4-BE49-F238E27FC236}">
                <a16:creationId xmlns:a16="http://schemas.microsoft.com/office/drawing/2014/main" id="{4F25354C-47C6-0212-AF5A-6AF1757BCBFC}"/>
              </a:ext>
            </a:extLst>
          </p:cNvPr>
          <p:cNvGraphicFramePr>
            <a:graphicFrameLocks noGrp="1"/>
          </p:cNvGraphicFramePr>
          <p:nvPr>
            <p:ph idx="1"/>
            <p:extLst>
              <p:ext uri="{D42A27DB-BD31-4B8C-83A1-F6EECF244321}">
                <p14:modId xmlns:p14="http://schemas.microsoft.com/office/powerpoint/2010/main" val="733328654"/>
              </p:ext>
            </p:extLst>
          </p:nvPr>
        </p:nvGraphicFramePr>
        <p:xfrm>
          <a:off x="838200" y="2018806"/>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7191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8FDA3CE-0165-4B37-BF35-365C6976E962}"/>
              </a:ext>
            </a:extLst>
          </p:cNvPr>
          <p:cNvSpPr>
            <a:spLocks noGrp="1"/>
          </p:cNvSpPr>
          <p:nvPr>
            <p:ph type="title"/>
          </p:nvPr>
        </p:nvSpPr>
        <p:spPr>
          <a:xfrm>
            <a:off x="411480" y="987552"/>
            <a:ext cx="4485861" cy="1088136"/>
          </a:xfrm>
        </p:spPr>
        <p:txBody>
          <a:bodyPr anchor="b">
            <a:normAutofit/>
          </a:bodyPr>
          <a:lstStyle/>
          <a:p>
            <a:r>
              <a:rPr lang="es-ES" sz="3400"/>
              <a:t>Aprendizaje Automatizado</a:t>
            </a:r>
          </a:p>
        </p:txBody>
      </p:sp>
      <p:sp>
        <p:nvSpPr>
          <p:cNvPr id="73" name="Rectangle 7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5" name="Rectangle 74">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AA0C97D9-6B0E-4FD9-8CAC-CE4DE41EA1CD}"/>
              </a:ext>
            </a:extLst>
          </p:cNvPr>
          <p:cNvSpPr>
            <a:spLocks noGrp="1"/>
          </p:cNvSpPr>
          <p:nvPr>
            <p:ph idx="1"/>
          </p:nvPr>
        </p:nvSpPr>
        <p:spPr>
          <a:xfrm>
            <a:off x="411479" y="2688336"/>
            <a:ext cx="4498848" cy="3584448"/>
          </a:xfrm>
        </p:spPr>
        <p:txBody>
          <a:bodyPr anchor="t">
            <a:normAutofit/>
          </a:bodyPr>
          <a:lstStyle/>
          <a:p>
            <a:r>
              <a:rPr lang="es-ES" sz="1800" dirty="0"/>
              <a:t>Ejemplo del taxista</a:t>
            </a:r>
          </a:p>
          <a:p>
            <a:pPr lvl="1"/>
            <a:r>
              <a:rPr lang="es-ES" sz="1800" b="1" dirty="0"/>
              <a:t>No supervisado</a:t>
            </a:r>
            <a:r>
              <a:rPr lang="es-ES" sz="1800" dirty="0"/>
              <a:t>: un taxista puede aprender lo que es tener un “buen” o “mal” día sin que se le den ejemplos etiquetados. </a:t>
            </a:r>
            <a:endParaRPr lang="en-US" sz="1800" dirty="0"/>
          </a:p>
          <a:p>
            <a:pPr lvl="1"/>
            <a:r>
              <a:rPr lang="en-US" sz="1800" b="1" dirty="0" err="1"/>
              <a:t>Supervisad</a:t>
            </a:r>
            <a:r>
              <a:rPr lang="en-US" sz="1800" dirty="0" err="1"/>
              <a:t>o</a:t>
            </a:r>
            <a:r>
              <a:rPr lang="en-US" sz="1800" dirty="0"/>
              <a:t>: </a:t>
            </a:r>
            <a:r>
              <a:rPr lang="en-US" sz="1800" dirty="0" err="1"/>
              <a:t>el</a:t>
            </a:r>
            <a:r>
              <a:rPr lang="en-US" sz="1800" dirty="0"/>
              <a:t> taxi </a:t>
            </a:r>
            <a:r>
              <a:rPr lang="en-US" sz="1800" dirty="0" err="1"/>
              <a:t>puede</a:t>
            </a:r>
            <a:r>
              <a:rPr lang="en-US" sz="1800" dirty="0"/>
              <a:t> </a:t>
            </a:r>
            <a:r>
              <a:rPr lang="en-US" sz="1800" dirty="0" err="1"/>
              <a:t>medir</a:t>
            </a:r>
            <a:r>
              <a:rPr lang="en-US" sz="1800" dirty="0"/>
              <a:t> </a:t>
            </a:r>
            <a:r>
              <a:rPr lang="en-US" sz="1800" dirty="0" err="1"/>
              <a:t>directamente</a:t>
            </a:r>
            <a:r>
              <a:rPr lang="en-US" sz="1800" dirty="0"/>
              <a:t> </a:t>
            </a:r>
            <a:r>
              <a:rPr lang="en-US" sz="1800" dirty="0" err="1"/>
              <a:t>el</a:t>
            </a:r>
            <a:r>
              <a:rPr lang="en-US" sz="1800" dirty="0"/>
              <a:t> </a:t>
            </a:r>
            <a:r>
              <a:rPr lang="en-US" sz="1800" dirty="0" err="1"/>
              <a:t>resultado</a:t>
            </a:r>
            <a:r>
              <a:rPr lang="en-US" sz="1800" dirty="0"/>
              <a:t> de la </a:t>
            </a:r>
            <a:r>
              <a:rPr lang="en-US" sz="1800" dirty="0" err="1"/>
              <a:t>acción</a:t>
            </a:r>
            <a:r>
              <a:rPr lang="en-US" sz="1800" dirty="0"/>
              <a:t> (</a:t>
            </a:r>
            <a:r>
              <a:rPr lang="en-US" sz="1800" dirty="0" err="1"/>
              <a:t>pisar</a:t>
            </a:r>
            <a:r>
              <a:rPr lang="en-US" sz="1800" dirty="0"/>
              <a:t> </a:t>
            </a:r>
            <a:r>
              <a:rPr lang="en-US" sz="1800" dirty="0" err="1"/>
              <a:t>el</a:t>
            </a:r>
            <a:r>
              <a:rPr lang="en-US" sz="1800" dirty="0"/>
              <a:t> </a:t>
            </a:r>
            <a:r>
              <a:rPr lang="en-US" sz="1800" dirty="0" err="1"/>
              <a:t>freno</a:t>
            </a:r>
            <a:r>
              <a:rPr lang="en-US" sz="1800" dirty="0"/>
              <a:t> reduce la </a:t>
            </a:r>
            <a:r>
              <a:rPr lang="en-US" sz="1800" dirty="0" err="1"/>
              <a:t>velocidad</a:t>
            </a:r>
            <a:r>
              <a:rPr lang="en-US" sz="1800" dirty="0"/>
              <a:t>)</a:t>
            </a:r>
            <a:endParaRPr lang="es-ES" sz="1800" dirty="0"/>
          </a:p>
          <a:p>
            <a:pPr lvl="1"/>
            <a:r>
              <a:rPr lang="es-ES" sz="1800" b="1" dirty="0"/>
              <a:t>Por refuerzo</a:t>
            </a:r>
            <a:r>
              <a:rPr lang="es-ES" sz="1800" dirty="0"/>
              <a:t>: si no hay propina al final del viaje le da al taxista una idea de que algo no ha ido bien (o de que el pasajero es un tacaño).</a:t>
            </a:r>
          </a:p>
        </p:txBody>
      </p:sp>
      <p:pic>
        <p:nvPicPr>
          <p:cNvPr id="10242" name="Picture 2" descr="Reinforcement Learning and Q learning —An example of the &amp;#39;taxi problem&amp;#39; in  Python | by Americana Chen | Towards Data Science">
            <a:extLst>
              <a:ext uri="{FF2B5EF4-FFF2-40B4-BE49-F238E27FC236}">
                <a16:creationId xmlns:a16="http://schemas.microsoft.com/office/drawing/2014/main" id="{E2C37CCF-352D-49BB-B362-37D2477861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27" r="22810"/>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034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976C6CE-ED87-471E-A5F0-0B224A20ED1B}"/>
              </a:ext>
            </a:extLst>
          </p:cNvPr>
          <p:cNvSpPr>
            <a:spLocks noGrp="1"/>
          </p:cNvSpPr>
          <p:nvPr>
            <p:ph type="title"/>
          </p:nvPr>
        </p:nvSpPr>
        <p:spPr>
          <a:xfrm>
            <a:off x="841247" y="978619"/>
            <a:ext cx="3410712" cy="1106424"/>
          </a:xfrm>
        </p:spPr>
        <p:txBody>
          <a:bodyPr>
            <a:normAutofit/>
          </a:bodyPr>
          <a:lstStyle/>
          <a:p>
            <a:r>
              <a:rPr lang="en-US" sz="2400"/>
              <a:t>Algoritmos de Aprendizaje Automatizado</a:t>
            </a:r>
          </a:p>
        </p:txBody>
      </p:sp>
      <p:sp>
        <p:nvSpPr>
          <p:cNvPr id="15" name="Rectangle 1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9A8C7734-2817-C433-DF4E-CCDEB9C72C2C}"/>
              </a:ext>
            </a:extLst>
          </p:cNvPr>
          <p:cNvSpPr>
            <a:spLocks noGrp="1"/>
          </p:cNvSpPr>
          <p:nvPr>
            <p:ph idx="1"/>
          </p:nvPr>
        </p:nvSpPr>
        <p:spPr>
          <a:xfrm>
            <a:off x="841248" y="2252870"/>
            <a:ext cx="3412219" cy="3560251"/>
          </a:xfrm>
        </p:spPr>
        <p:txBody>
          <a:bodyPr>
            <a:normAutofit/>
          </a:bodyPr>
          <a:lstStyle/>
          <a:p>
            <a:endParaRPr lang="en-US" sz="1700"/>
          </a:p>
        </p:txBody>
      </p:sp>
      <p:pic>
        <p:nvPicPr>
          <p:cNvPr id="4" name="Picture 2">
            <a:extLst>
              <a:ext uri="{FF2B5EF4-FFF2-40B4-BE49-F238E27FC236}">
                <a16:creationId xmlns:a16="http://schemas.microsoft.com/office/drawing/2014/main" id="{C0CFB048-3DD0-4268-868D-742D64F90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584" y="2232087"/>
            <a:ext cx="10086831" cy="4261685"/>
          </a:xfrm>
          <a:prstGeom prst="rect">
            <a:avLst/>
          </a:prstGeom>
        </p:spPr>
      </p:pic>
    </p:spTree>
    <p:extLst>
      <p:ext uri="{BB962C8B-B14F-4D97-AF65-F5344CB8AC3E}">
        <p14:creationId xmlns:p14="http://schemas.microsoft.com/office/powerpoint/2010/main" val="336779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2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ítulo 14">
            <a:extLst>
              <a:ext uri="{FF2B5EF4-FFF2-40B4-BE49-F238E27FC236}">
                <a16:creationId xmlns:a16="http://schemas.microsoft.com/office/drawing/2014/main" id="{3B0C0F84-13C6-4BEE-808A-0719B33AA4FD}"/>
              </a:ext>
            </a:extLst>
          </p:cNvPr>
          <p:cNvSpPr>
            <a:spLocks noGrp="1"/>
          </p:cNvSpPr>
          <p:nvPr>
            <p:ph type="title"/>
          </p:nvPr>
        </p:nvSpPr>
        <p:spPr>
          <a:xfrm>
            <a:off x="841247" y="978619"/>
            <a:ext cx="3410712" cy="1106424"/>
          </a:xfrm>
        </p:spPr>
        <p:txBody>
          <a:bodyPr>
            <a:normAutofit/>
          </a:bodyPr>
          <a:lstStyle/>
          <a:p>
            <a:r>
              <a:rPr lang="es-MX" sz="2800"/>
              <a:t>Agrupamiento</a:t>
            </a:r>
          </a:p>
        </p:txBody>
      </p:sp>
      <p:sp>
        <p:nvSpPr>
          <p:cNvPr id="39" name="Rectangle 3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Marcador de contenido 15">
            <a:extLst>
              <a:ext uri="{FF2B5EF4-FFF2-40B4-BE49-F238E27FC236}">
                <a16:creationId xmlns:a16="http://schemas.microsoft.com/office/drawing/2014/main" id="{9C0D5B27-3882-4501-A33F-34D6C66972BA}"/>
              </a:ext>
            </a:extLst>
          </p:cNvPr>
          <p:cNvSpPr>
            <a:spLocks noGrp="1"/>
          </p:cNvSpPr>
          <p:nvPr>
            <p:ph idx="1"/>
          </p:nvPr>
        </p:nvSpPr>
        <p:spPr>
          <a:xfrm>
            <a:off x="841248" y="2252870"/>
            <a:ext cx="3412219" cy="3560251"/>
          </a:xfrm>
        </p:spPr>
        <p:txBody>
          <a:bodyPr>
            <a:normAutofit/>
          </a:bodyPr>
          <a:lstStyle/>
          <a:p>
            <a:r>
              <a:rPr lang="es-MX" sz="1400" dirty="0"/>
              <a:t>Objetivo:</a:t>
            </a:r>
          </a:p>
          <a:p>
            <a:pPr lvl="1"/>
            <a:r>
              <a:rPr lang="es-MX" sz="1400" dirty="0"/>
              <a:t>Agrupar objetos similares entre sí que sean distintos a los objetos de otros agrupamientos [clusters].</a:t>
            </a:r>
          </a:p>
          <a:p>
            <a:r>
              <a:rPr lang="es-MX" sz="1400" dirty="0"/>
              <a:t>Aprendizaje no supervisado</a:t>
            </a:r>
          </a:p>
          <a:p>
            <a:pPr lvl="1"/>
            <a:r>
              <a:rPr lang="es-MX" sz="1400" dirty="0"/>
              <a:t>No existen clases predefinidas</a:t>
            </a:r>
          </a:p>
          <a:p>
            <a:r>
              <a:rPr lang="es-MX" sz="1400" dirty="0"/>
              <a:t>Los resultados obtenidos dependerán de:</a:t>
            </a:r>
          </a:p>
          <a:p>
            <a:pPr lvl="1"/>
            <a:r>
              <a:rPr lang="es-MX" sz="1400" dirty="0"/>
              <a:t>El algoritmo de agrupamiento seleccionado.</a:t>
            </a:r>
          </a:p>
          <a:p>
            <a:pPr lvl="1"/>
            <a:r>
              <a:rPr lang="es-MX" sz="1400" dirty="0"/>
              <a:t>El conjunto de datos disponible</a:t>
            </a:r>
          </a:p>
          <a:p>
            <a:pPr lvl="1"/>
            <a:r>
              <a:rPr lang="es-MX" sz="1400" dirty="0"/>
              <a:t>La medida de similitud utilizada para comparar objetos.</a:t>
            </a:r>
          </a:p>
          <a:p>
            <a:endParaRPr lang="es-MX" sz="1400" dirty="0"/>
          </a:p>
        </p:txBody>
      </p:sp>
      <p:pic>
        <p:nvPicPr>
          <p:cNvPr id="25" name="Picture 1">
            <a:extLst>
              <a:ext uri="{FF2B5EF4-FFF2-40B4-BE49-F238E27FC236}">
                <a16:creationId xmlns:a16="http://schemas.microsoft.com/office/drawing/2014/main" id="{9B4870C3-E614-430E-9F68-20D1B7F15C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0640" y="1273485"/>
            <a:ext cx="6656832" cy="4210446"/>
          </a:xfrm>
          <a:prstGeom prst="rect">
            <a:avLst/>
          </a:prstGeom>
        </p:spPr>
      </p:pic>
    </p:spTree>
    <p:extLst>
      <p:ext uri="{BB962C8B-B14F-4D97-AF65-F5344CB8AC3E}">
        <p14:creationId xmlns:p14="http://schemas.microsoft.com/office/powerpoint/2010/main" val="2710285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9F1155A-4429-496E-86F6-2FB10C165058}"/>
              </a:ext>
            </a:extLst>
          </p:cNvPr>
          <p:cNvSpPr>
            <a:spLocks noGrp="1"/>
          </p:cNvSpPr>
          <p:nvPr>
            <p:ph type="title"/>
          </p:nvPr>
        </p:nvSpPr>
        <p:spPr>
          <a:xfrm>
            <a:off x="1115568" y="548640"/>
            <a:ext cx="10168128" cy="1179576"/>
          </a:xfrm>
        </p:spPr>
        <p:txBody>
          <a:bodyPr>
            <a:normAutofit/>
          </a:bodyPr>
          <a:lstStyle/>
          <a:p>
            <a:r>
              <a:rPr lang="es-MX" sz="4000"/>
              <a:t>Agrupamiento</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C40C0C43-2771-4E54-9B33-B6D2EB29E1F2}"/>
              </a:ext>
            </a:extLst>
          </p:cNvPr>
          <p:cNvSpPr>
            <a:spLocks noGrp="1"/>
          </p:cNvSpPr>
          <p:nvPr>
            <p:ph idx="1"/>
          </p:nvPr>
        </p:nvSpPr>
        <p:spPr>
          <a:xfrm>
            <a:off x="1115568" y="2481943"/>
            <a:ext cx="10168128" cy="3695020"/>
          </a:xfrm>
        </p:spPr>
        <p:txBody>
          <a:bodyPr>
            <a:normAutofit/>
          </a:bodyPr>
          <a:lstStyle/>
          <a:p>
            <a:r>
              <a:rPr lang="es-MX" sz="2200"/>
              <a:t>Encontrar agrupamientos de tal forma que los objetos de un grupo sean similares entre sí y diferentes de los objetos de otros grupos:</a:t>
            </a:r>
          </a:p>
        </p:txBody>
      </p:sp>
      <p:grpSp>
        <p:nvGrpSpPr>
          <p:cNvPr id="83" name="Grupo 82">
            <a:extLst>
              <a:ext uri="{FF2B5EF4-FFF2-40B4-BE49-F238E27FC236}">
                <a16:creationId xmlns:a16="http://schemas.microsoft.com/office/drawing/2014/main" id="{12A08B26-7548-893A-C5FB-6BF5B2D63F3C}"/>
              </a:ext>
            </a:extLst>
          </p:cNvPr>
          <p:cNvGrpSpPr/>
          <p:nvPr/>
        </p:nvGrpSpPr>
        <p:grpSpPr>
          <a:xfrm>
            <a:off x="3233530" y="3763786"/>
            <a:ext cx="5042860" cy="2753695"/>
            <a:chOff x="2241550" y="3068638"/>
            <a:chExt cx="6578600" cy="3600450"/>
          </a:xfrm>
        </p:grpSpPr>
        <p:grpSp>
          <p:nvGrpSpPr>
            <p:cNvPr id="84" name="Group 8">
              <a:extLst>
                <a:ext uri="{FF2B5EF4-FFF2-40B4-BE49-F238E27FC236}">
                  <a16:creationId xmlns:a16="http://schemas.microsoft.com/office/drawing/2014/main" id="{394B347A-BA16-1375-9582-6CBEEB7559B1}"/>
                </a:ext>
              </a:extLst>
            </p:cNvPr>
            <p:cNvGrpSpPr>
              <a:grpSpLocks/>
            </p:cNvGrpSpPr>
            <p:nvPr/>
          </p:nvGrpSpPr>
          <p:grpSpPr bwMode="auto">
            <a:xfrm>
              <a:off x="4222750" y="3990975"/>
              <a:ext cx="3048000" cy="2678113"/>
              <a:chOff x="2160" y="2544"/>
              <a:chExt cx="1920" cy="1687"/>
            </a:xfrm>
          </p:grpSpPr>
          <p:sp>
            <p:nvSpPr>
              <p:cNvPr id="95" name="Line 9">
                <a:extLst>
                  <a:ext uri="{FF2B5EF4-FFF2-40B4-BE49-F238E27FC236}">
                    <a16:creationId xmlns:a16="http://schemas.microsoft.com/office/drawing/2014/main" id="{2A38E187-7042-E13D-5ED3-DD19A779B82E}"/>
                  </a:ext>
                </a:extLst>
              </p:cNvPr>
              <p:cNvSpPr>
                <a:spLocks noChangeShapeType="1"/>
              </p:cNvSpPr>
              <p:nvPr/>
            </p:nvSpPr>
            <p:spPr bwMode="auto">
              <a:xfrm>
                <a:off x="2736" y="254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6" name="Line 10">
                <a:extLst>
                  <a:ext uri="{FF2B5EF4-FFF2-40B4-BE49-F238E27FC236}">
                    <a16:creationId xmlns:a16="http://schemas.microsoft.com/office/drawing/2014/main" id="{07D07699-9CA3-FD7C-7F6E-1FC1058B2E33}"/>
                  </a:ext>
                </a:extLst>
              </p:cNvPr>
              <p:cNvSpPr>
                <a:spLocks noChangeShapeType="1"/>
              </p:cNvSpPr>
              <p:nvPr/>
            </p:nvSpPr>
            <p:spPr bwMode="auto">
              <a:xfrm>
                <a:off x="2736" y="3696"/>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7" name="Freeform 11">
                <a:extLst>
                  <a:ext uri="{FF2B5EF4-FFF2-40B4-BE49-F238E27FC236}">
                    <a16:creationId xmlns:a16="http://schemas.microsoft.com/office/drawing/2014/main" id="{B6F3A9BB-9E52-11A2-B9B0-96345CA0374D}"/>
                  </a:ext>
                </a:extLst>
              </p:cNvPr>
              <p:cNvSpPr>
                <a:spLocks/>
              </p:cNvSpPr>
              <p:nvPr/>
            </p:nvSpPr>
            <p:spPr bwMode="auto">
              <a:xfrm>
                <a:off x="2226" y="3696"/>
                <a:ext cx="510" cy="535"/>
              </a:xfrm>
              <a:custGeom>
                <a:avLst/>
                <a:gdLst>
                  <a:gd name="T0" fmla="*/ 510 w 510"/>
                  <a:gd name="T1" fmla="*/ 0 h 535"/>
                  <a:gd name="T2" fmla="*/ 0 w 510"/>
                  <a:gd name="T3" fmla="*/ 535 h 535"/>
                </a:gdLst>
                <a:ahLst/>
                <a:cxnLst>
                  <a:cxn ang="0">
                    <a:pos x="T0" y="T1"/>
                  </a:cxn>
                  <a:cxn ang="0">
                    <a:pos x="T2" y="T3"/>
                  </a:cxn>
                </a:cxnLst>
                <a:rect l="0" t="0" r="r" b="b"/>
                <a:pathLst>
                  <a:path w="510" h="535">
                    <a:moveTo>
                      <a:pt x="510" y="0"/>
                    </a:moveTo>
                    <a:lnTo>
                      <a:pt x="0" y="535"/>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8" name="AutoShape 12">
                <a:extLst>
                  <a:ext uri="{FF2B5EF4-FFF2-40B4-BE49-F238E27FC236}">
                    <a16:creationId xmlns:a16="http://schemas.microsoft.com/office/drawing/2014/main" id="{7C41F5B4-5A14-6D18-32B1-854A025C75F9}"/>
                  </a:ext>
                </a:extLst>
              </p:cNvPr>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9" name="AutoShape 13">
                <a:extLst>
                  <a:ext uri="{FF2B5EF4-FFF2-40B4-BE49-F238E27FC236}">
                    <a16:creationId xmlns:a16="http://schemas.microsoft.com/office/drawing/2014/main" id="{E5A6BAF0-ABC4-2FF9-04E7-08D6B3DE3C70}"/>
                  </a:ext>
                </a:extLst>
              </p:cNvPr>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0" name="AutoShape 14">
                <a:extLst>
                  <a:ext uri="{FF2B5EF4-FFF2-40B4-BE49-F238E27FC236}">
                    <a16:creationId xmlns:a16="http://schemas.microsoft.com/office/drawing/2014/main" id="{F3A640DC-0166-90D2-3955-AED25D98E89D}"/>
                  </a:ext>
                </a:extLst>
              </p:cNvPr>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1" name="AutoShape 15">
                <a:extLst>
                  <a:ext uri="{FF2B5EF4-FFF2-40B4-BE49-F238E27FC236}">
                    <a16:creationId xmlns:a16="http://schemas.microsoft.com/office/drawing/2014/main" id="{C2E82AA4-5346-7A1C-06E7-7E2361100464}"/>
                  </a:ext>
                </a:extLst>
              </p:cNvPr>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2" name="AutoShape 16">
                <a:extLst>
                  <a:ext uri="{FF2B5EF4-FFF2-40B4-BE49-F238E27FC236}">
                    <a16:creationId xmlns:a16="http://schemas.microsoft.com/office/drawing/2014/main" id="{3D3BAEF9-FFE8-B97B-18CD-EEA4C94B76D3}"/>
                  </a:ext>
                </a:extLst>
              </p:cNvPr>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3" name="AutoShape 17">
                <a:extLst>
                  <a:ext uri="{FF2B5EF4-FFF2-40B4-BE49-F238E27FC236}">
                    <a16:creationId xmlns:a16="http://schemas.microsoft.com/office/drawing/2014/main" id="{9A5FCA1D-DA3E-C230-F8F3-23D57226DF15}"/>
                  </a:ext>
                </a:extLst>
              </p:cNvPr>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4" name="AutoShape 18">
                <a:extLst>
                  <a:ext uri="{FF2B5EF4-FFF2-40B4-BE49-F238E27FC236}">
                    <a16:creationId xmlns:a16="http://schemas.microsoft.com/office/drawing/2014/main" id="{C45F57AC-B1A1-C9BB-5B13-DB2171AF8A35}"/>
                  </a:ext>
                </a:extLst>
              </p:cNvPr>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5" name="AutoShape 19">
                <a:extLst>
                  <a:ext uri="{FF2B5EF4-FFF2-40B4-BE49-F238E27FC236}">
                    <a16:creationId xmlns:a16="http://schemas.microsoft.com/office/drawing/2014/main" id="{CA084B64-FC04-77C5-F7C5-C48A9182C91D}"/>
                  </a:ext>
                </a:extLst>
              </p:cNvPr>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6" name="AutoShape 20">
                <a:extLst>
                  <a:ext uri="{FF2B5EF4-FFF2-40B4-BE49-F238E27FC236}">
                    <a16:creationId xmlns:a16="http://schemas.microsoft.com/office/drawing/2014/main" id="{EEDBC209-9208-C22B-0BB3-95ADE4BDD979}"/>
                  </a:ext>
                </a:extLst>
              </p:cNvPr>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7" name="AutoShape 21">
                <a:extLst>
                  <a:ext uri="{FF2B5EF4-FFF2-40B4-BE49-F238E27FC236}">
                    <a16:creationId xmlns:a16="http://schemas.microsoft.com/office/drawing/2014/main" id="{48C760B9-62E4-69C7-1D48-684D7BC66A5A}"/>
                  </a:ext>
                </a:extLst>
              </p:cNvPr>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8" name="AutoShape 22">
                <a:extLst>
                  <a:ext uri="{FF2B5EF4-FFF2-40B4-BE49-F238E27FC236}">
                    <a16:creationId xmlns:a16="http://schemas.microsoft.com/office/drawing/2014/main" id="{6F1D7044-C641-8FF8-2685-5165576ECF02}"/>
                  </a:ext>
                </a:extLst>
              </p:cNvPr>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09" name="AutoShape 23">
                <a:extLst>
                  <a:ext uri="{FF2B5EF4-FFF2-40B4-BE49-F238E27FC236}">
                    <a16:creationId xmlns:a16="http://schemas.microsoft.com/office/drawing/2014/main" id="{598336CE-38AE-2F0D-1387-B626DD3CB8EB}"/>
                  </a:ext>
                </a:extLst>
              </p:cNvPr>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0" name="AutoShape 24">
                <a:extLst>
                  <a:ext uri="{FF2B5EF4-FFF2-40B4-BE49-F238E27FC236}">
                    <a16:creationId xmlns:a16="http://schemas.microsoft.com/office/drawing/2014/main" id="{E5F14BAD-2171-7673-933C-83C6232A2EC7}"/>
                  </a:ext>
                </a:extLst>
              </p:cNvPr>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1" name="AutoShape 25">
                <a:extLst>
                  <a:ext uri="{FF2B5EF4-FFF2-40B4-BE49-F238E27FC236}">
                    <a16:creationId xmlns:a16="http://schemas.microsoft.com/office/drawing/2014/main" id="{4AAF1362-388C-376B-A0C4-C2C664F4EC94}"/>
                  </a:ext>
                </a:extLst>
              </p:cNvPr>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2" name="AutoShape 26">
                <a:extLst>
                  <a:ext uri="{FF2B5EF4-FFF2-40B4-BE49-F238E27FC236}">
                    <a16:creationId xmlns:a16="http://schemas.microsoft.com/office/drawing/2014/main" id="{83D36ED5-924D-1654-05B9-8655D6A0719B}"/>
                  </a:ext>
                </a:extLst>
              </p:cNvPr>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3" name="AutoShape 27">
                <a:extLst>
                  <a:ext uri="{FF2B5EF4-FFF2-40B4-BE49-F238E27FC236}">
                    <a16:creationId xmlns:a16="http://schemas.microsoft.com/office/drawing/2014/main" id="{4530CEC1-3EC7-A365-0B85-B94BC459DBAB}"/>
                  </a:ext>
                </a:extLst>
              </p:cNvPr>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4" name="AutoShape 28">
                <a:extLst>
                  <a:ext uri="{FF2B5EF4-FFF2-40B4-BE49-F238E27FC236}">
                    <a16:creationId xmlns:a16="http://schemas.microsoft.com/office/drawing/2014/main" id="{4643A76E-84B6-6AAA-F134-2C6CCB31EFE3}"/>
                  </a:ext>
                </a:extLst>
              </p:cNvPr>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5" name="AutoShape 29">
                <a:extLst>
                  <a:ext uri="{FF2B5EF4-FFF2-40B4-BE49-F238E27FC236}">
                    <a16:creationId xmlns:a16="http://schemas.microsoft.com/office/drawing/2014/main" id="{FE015368-91BD-6E82-960F-9760D1E12310}"/>
                  </a:ext>
                </a:extLst>
              </p:cNvPr>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6" name="AutoShape 30">
                <a:extLst>
                  <a:ext uri="{FF2B5EF4-FFF2-40B4-BE49-F238E27FC236}">
                    <a16:creationId xmlns:a16="http://schemas.microsoft.com/office/drawing/2014/main" id="{098097B7-F36F-64A9-81E6-4D58C46620B6}"/>
                  </a:ext>
                </a:extLst>
              </p:cNvPr>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7" name="AutoShape 31">
                <a:extLst>
                  <a:ext uri="{FF2B5EF4-FFF2-40B4-BE49-F238E27FC236}">
                    <a16:creationId xmlns:a16="http://schemas.microsoft.com/office/drawing/2014/main" id="{AB2CEE43-AB66-3915-D194-7F2A4BDEB252}"/>
                  </a:ext>
                </a:extLst>
              </p:cNvPr>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8" name="AutoShape 32">
                <a:extLst>
                  <a:ext uri="{FF2B5EF4-FFF2-40B4-BE49-F238E27FC236}">
                    <a16:creationId xmlns:a16="http://schemas.microsoft.com/office/drawing/2014/main" id="{A7EB600B-5D44-0E69-3EE1-F5410FBA660F}"/>
                  </a:ext>
                </a:extLst>
              </p:cNvPr>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19" name="AutoShape 33">
                <a:extLst>
                  <a:ext uri="{FF2B5EF4-FFF2-40B4-BE49-F238E27FC236}">
                    <a16:creationId xmlns:a16="http://schemas.microsoft.com/office/drawing/2014/main" id="{B07B915B-E144-EB21-9634-7890D6724A70}"/>
                  </a:ext>
                </a:extLst>
              </p:cNvPr>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120" name="AutoShape 34">
                <a:extLst>
                  <a:ext uri="{FF2B5EF4-FFF2-40B4-BE49-F238E27FC236}">
                    <a16:creationId xmlns:a16="http://schemas.microsoft.com/office/drawing/2014/main" id="{640F8F04-7A36-F8BE-B103-1EE5FD9EE6D8}"/>
                  </a:ext>
                </a:extLst>
              </p:cNvPr>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grpSp>
        <p:grpSp>
          <p:nvGrpSpPr>
            <p:cNvPr id="85" name="Group 35">
              <a:extLst>
                <a:ext uri="{FF2B5EF4-FFF2-40B4-BE49-F238E27FC236}">
                  <a16:creationId xmlns:a16="http://schemas.microsoft.com/office/drawing/2014/main" id="{89C90896-4447-1E5A-4368-5B7D8B414DFF}"/>
                </a:ext>
              </a:extLst>
            </p:cNvPr>
            <p:cNvGrpSpPr>
              <a:grpSpLocks/>
            </p:cNvGrpSpPr>
            <p:nvPr/>
          </p:nvGrpSpPr>
          <p:grpSpPr bwMode="auto">
            <a:xfrm>
              <a:off x="6311900" y="3068638"/>
              <a:ext cx="2508250" cy="2514600"/>
              <a:chOff x="3312" y="1584"/>
              <a:chExt cx="1920" cy="1584"/>
            </a:xfrm>
          </p:grpSpPr>
          <p:sp>
            <p:nvSpPr>
              <p:cNvPr id="93" name="Line 36">
                <a:extLst>
                  <a:ext uri="{FF2B5EF4-FFF2-40B4-BE49-F238E27FC236}">
                    <a16:creationId xmlns:a16="http://schemas.microsoft.com/office/drawing/2014/main" id="{36010A76-AFF4-6454-6C81-3F08F3C23265}"/>
                  </a:ext>
                </a:extLst>
              </p:cNvPr>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sz="1200"/>
              </a:p>
            </p:txBody>
          </p:sp>
          <p:sp>
            <p:nvSpPr>
              <p:cNvPr id="94" name="AutoShape 37">
                <a:extLst>
                  <a:ext uri="{FF2B5EF4-FFF2-40B4-BE49-F238E27FC236}">
                    <a16:creationId xmlns:a16="http://schemas.microsoft.com/office/drawing/2014/main" id="{D57A2DD4-EA77-A008-91EA-9A3F50135E5B}"/>
                  </a:ext>
                </a:extLst>
              </p:cNvPr>
              <p:cNvSpPr>
                <a:spLocks noChangeArrowheads="1"/>
              </p:cNvSpPr>
              <p:nvPr/>
            </p:nvSpPr>
            <p:spPr bwMode="auto">
              <a:xfrm>
                <a:off x="3984" y="1584"/>
                <a:ext cx="1248" cy="672"/>
              </a:xfrm>
              <a:prstGeom prst="wedgeRectCallout">
                <a:avLst>
                  <a:gd name="adj1" fmla="val -93509"/>
                  <a:gd name="adj2" fmla="val 150894"/>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0" lang="es-ES" altLang="es-MX" sz="1400" i="0" dirty="0">
                    <a:solidFill>
                      <a:schemeClr val="tx1"/>
                    </a:solidFill>
                    <a:effectLst/>
                    <a:latin typeface="Tahoma" panose="020B0604030504040204" pitchFamily="34" charset="0"/>
                  </a:rPr>
                  <a:t>Maximizar distancia</a:t>
                </a:r>
                <a:br>
                  <a:rPr kumimoji="0" lang="es-ES" altLang="es-MX" sz="1400" i="0" dirty="0">
                    <a:solidFill>
                      <a:schemeClr val="tx1"/>
                    </a:solidFill>
                    <a:effectLst/>
                    <a:latin typeface="Tahoma" panose="020B0604030504040204" pitchFamily="34" charset="0"/>
                  </a:rPr>
                </a:br>
                <a:r>
                  <a:rPr kumimoji="0" lang="en-US" altLang="es-MX" sz="1400" i="0" dirty="0">
                    <a:solidFill>
                      <a:schemeClr val="tx1"/>
                    </a:solidFill>
                    <a:effectLst/>
                    <a:latin typeface="Tahoma" panose="020B0604030504040204" pitchFamily="34" charset="0"/>
                  </a:rPr>
                  <a:t>inter-cluster</a:t>
                </a:r>
              </a:p>
            </p:txBody>
          </p:sp>
        </p:grpSp>
        <p:grpSp>
          <p:nvGrpSpPr>
            <p:cNvPr id="86" name="Group 38">
              <a:extLst>
                <a:ext uri="{FF2B5EF4-FFF2-40B4-BE49-F238E27FC236}">
                  <a16:creationId xmlns:a16="http://schemas.microsoft.com/office/drawing/2014/main" id="{E70F79B3-D3F2-C00D-F082-B7E972891453}"/>
                </a:ext>
              </a:extLst>
            </p:cNvPr>
            <p:cNvGrpSpPr>
              <a:grpSpLocks/>
            </p:cNvGrpSpPr>
            <p:nvPr/>
          </p:nvGrpSpPr>
          <p:grpSpPr bwMode="auto">
            <a:xfrm>
              <a:off x="3841750" y="4078288"/>
              <a:ext cx="3276600" cy="2286000"/>
              <a:chOff x="1824" y="2208"/>
              <a:chExt cx="2064" cy="1440"/>
            </a:xfrm>
          </p:grpSpPr>
          <p:sp>
            <p:nvSpPr>
              <p:cNvPr id="90" name="Oval 39">
                <a:extLst>
                  <a:ext uri="{FF2B5EF4-FFF2-40B4-BE49-F238E27FC236}">
                    <a16:creationId xmlns:a16="http://schemas.microsoft.com/office/drawing/2014/main" id="{7863CF90-AEE0-CEEC-0CF7-8B94D6CAE93F}"/>
                  </a:ext>
                </a:extLst>
              </p:cNvPr>
              <p:cNvSpPr>
                <a:spLocks noChangeArrowheads="1"/>
              </p:cNvSpPr>
              <p:nvPr/>
            </p:nvSpPr>
            <p:spPr bwMode="auto">
              <a:xfrm>
                <a:off x="1824" y="2592"/>
                <a:ext cx="816" cy="720"/>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1" name="Oval 40">
                <a:extLst>
                  <a:ext uri="{FF2B5EF4-FFF2-40B4-BE49-F238E27FC236}">
                    <a16:creationId xmlns:a16="http://schemas.microsoft.com/office/drawing/2014/main" id="{5B55AAB5-D202-BFCF-6666-912A132B4D32}"/>
                  </a:ext>
                </a:extLst>
              </p:cNvPr>
              <p:cNvSpPr>
                <a:spLocks noChangeArrowheads="1"/>
              </p:cNvSpPr>
              <p:nvPr/>
            </p:nvSpPr>
            <p:spPr bwMode="auto">
              <a:xfrm>
                <a:off x="2928" y="2208"/>
                <a:ext cx="720" cy="624"/>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sp>
            <p:nvSpPr>
              <p:cNvPr id="92" name="Oval 41">
                <a:extLst>
                  <a:ext uri="{FF2B5EF4-FFF2-40B4-BE49-F238E27FC236}">
                    <a16:creationId xmlns:a16="http://schemas.microsoft.com/office/drawing/2014/main" id="{A31F8936-6DC1-D99C-752D-893C8D835E0B}"/>
                  </a:ext>
                </a:extLst>
              </p:cNvPr>
              <p:cNvSpPr>
                <a:spLocks noChangeArrowheads="1"/>
              </p:cNvSpPr>
              <p:nvPr/>
            </p:nvSpPr>
            <p:spPr bwMode="auto">
              <a:xfrm>
                <a:off x="3216" y="3024"/>
                <a:ext cx="672" cy="624"/>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sz="1200"/>
              </a:p>
            </p:txBody>
          </p:sp>
        </p:grpSp>
        <p:grpSp>
          <p:nvGrpSpPr>
            <p:cNvPr id="87" name="Group 42">
              <a:extLst>
                <a:ext uri="{FF2B5EF4-FFF2-40B4-BE49-F238E27FC236}">
                  <a16:creationId xmlns:a16="http://schemas.microsoft.com/office/drawing/2014/main" id="{5F5CCD29-F3C9-BD9C-CAD9-2F394E837448}"/>
                </a:ext>
              </a:extLst>
            </p:cNvPr>
            <p:cNvGrpSpPr>
              <a:grpSpLocks/>
            </p:cNvGrpSpPr>
            <p:nvPr/>
          </p:nvGrpSpPr>
          <p:grpSpPr bwMode="auto">
            <a:xfrm>
              <a:off x="2241550" y="3392488"/>
              <a:ext cx="2286000" cy="1676400"/>
              <a:chOff x="816" y="1776"/>
              <a:chExt cx="1440" cy="1056"/>
            </a:xfrm>
          </p:grpSpPr>
          <p:sp>
            <p:nvSpPr>
              <p:cNvPr id="88" name="Line 43">
                <a:extLst>
                  <a:ext uri="{FF2B5EF4-FFF2-40B4-BE49-F238E27FC236}">
                    <a16:creationId xmlns:a16="http://schemas.microsoft.com/office/drawing/2014/main" id="{19BF4D23-5676-E88E-1D4D-55F41558EB31}"/>
                  </a:ext>
                </a:extLst>
              </p:cNvPr>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sz="1200"/>
              </a:p>
            </p:txBody>
          </p:sp>
          <p:sp>
            <p:nvSpPr>
              <p:cNvPr id="89" name="AutoShape 44">
                <a:extLst>
                  <a:ext uri="{FF2B5EF4-FFF2-40B4-BE49-F238E27FC236}">
                    <a16:creationId xmlns:a16="http://schemas.microsoft.com/office/drawing/2014/main" id="{819953E5-3126-CF29-6731-E90A547E3E63}"/>
                  </a:ext>
                </a:extLst>
              </p:cNvPr>
              <p:cNvSpPr>
                <a:spLocks noChangeArrowheads="1"/>
              </p:cNvSpPr>
              <p:nvPr/>
            </p:nvSpPr>
            <p:spPr bwMode="auto">
              <a:xfrm>
                <a:off x="816" y="1776"/>
                <a:ext cx="1248" cy="672"/>
              </a:xfrm>
              <a:prstGeom prst="wedgeRectCallout">
                <a:avLst>
                  <a:gd name="adj1" fmla="val 56250"/>
                  <a:gd name="adj2" fmla="val 92856"/>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0" lang="es-ES" altLang="es-MX" sz="1400" i="0">
                    <a:solidFill>
                      <a:schemeClr val="tx1"/>
                    </a:solidFill>
                    <a:effectLst/>
                    <a:latin typeface="Tahoma" panose="020B0604030504040204" pitchFamily="34" charset="0"/>
                  </a:rPr>
                  <a:t>Minimizar distancia</a:t>
                </a:r>
                <a:br>
                  <a:rPr kumimoji="0" lang="es-ES" altLang="es-MX" sz="1400" i="0">
                    <a:solidFill>
                      <a:schemeClr val="tx1"/>
                    </a:solidFill>
                    <a:effectLst/>
                    <a:latin typeface="Tahoma" panose="020B0604030504040204" pitchFamily="34" charset="0"/>
                  </a:rPr>
                </a:br>
                <a:r>
                  <a:rPr kumimoji="0" lang="en-US" altLang="es-MX" sz="1400" i="0">
                    <a:solidFill>
                      <a:schemeClr val="tx1"/>
                    </a:solidFill>
                    <a:effectLst/>
                    <a:latin typeface="Tahoma" panose="020B0604030504040204" pitchFamily="34" charset="0"/>
                  </a:rPr>
                  <a:t>intra-cluster</a:t>
                </a:r>
              </a:p>
            </p:txBody>
          </p:sp>
        </p:grpSp>
      </p:grpSp>
    </p:spTree>
    <p:extLst>
      <p:ext uri="{BB962C8B-B14F-4D97-AF65-F5344CB8AC3E}">
        <p14:creationId xmlns:p14="http://schemas.microsoft.com/office/powerpoint/2010/main" val="1611829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2854001-B4AF-4E18-9D2E-33E37F97A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Rectangle 2">
            <a:extLst>
              <a:ext uri="{FF2B5EF4-FFF2-40B4-BE49-F238E27FC236}">
                <a16:creationId xmlns:a16="http://schemas.microsoft.com/office/drawing/2014/main" id="{18C91656-978C-4321-B27A-93329FFEA017}"/>
              </a:ext>
            </a:extLst>
          </p:cNvPr>
          <p:cNvSpPr>
            <a:spLocks noGrp="1" noChangeArrowheads="1"/>
          </p:cNvSpPr>
          <p:nvPr>
            <p:ph type="title"/>
          </p:nvPr>
        </p:nvSpPr>
        <p:spPr>
          <a:xfrm>
            <a:off x="612648" y="1078992"/>
            <a:ext cx="6268770" cy="1536192"/>
          </a:xfrm>
        </p:spPr>
        <p:txBody>
          <a:bodyPr anchor="b">
            <a:normAutofit/>
          </a:bodyPr>
          <a:lstStyle/>
          <a:p>
            <a:r>
              <a:rPr lang="it-IT" altLang="es-MX" sz="4000"/>
              <a:t>Pasos para el desarrollo de un análisis de agrupamiento</a:t>
            </a:r>
          </a:p>
        </p:txBody>
      </p:sp>
      <p:sp>
        <p:nvSpPr>
          <p:cNvPr id="74" name="Rectangle 73">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2" name="Marcador de contenido 1">
            <a:extLst>
              <a:ext uri="{FF2B5EF4-FFF2-40B4-BE49-F238E27FC236}">
                <a16:creationId xmlns:a16="http://schemas.microsoft.com/office/drawing/2014/main" id="{8B990B6A-6FA5-C96B-3004-A3056B6348AE}"/>
              </a:ext>
            </a:extLst>
          </p:cNvPr>
          <p:cNvGraphicFramePr>
            <a:graphicFrameLocks noGrp="1"/>
          </p:cNvGraphicFramePr>
          <p:nvPr>
            <p:ph idx="1"/>
            <p:extLst>
              <p:ext uri="{D42A27DB-BD31-4B8C-83A1-F6EECF244321}">
                <p14:modId xmlns:p14="http://schemas.microsoft.com/office/powerpoint/2010/main" val="2116816137"/>
              </p:ext>
            </p:extLst>
          </p:nvPr>
        </p:nvGraphicFramePr>
        <p:xfrm>
          <a:off x="838200" y="2262947"/>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2B1642A-DAC3-4BE9-B468-2776218F2CFA}"/>
              </a:ext>
            </a:extLst>
          </p:cNvPr>
          <p:cNvSpPr>
            <a:spLocks noGrp="1"/>
          </p:cNvSpPr>
          <p:nvPr>
            <p:ph type="title"/>
          </p:nvPr>
        </p:nvSpPr>
        <p:spPr>
          <a:xfrm>
            <a:off x="1115568" y="548640"/>
            <a:ext cx="10168128" cy="1179576"/>
          </a:xfrm>
        </p:spPr>
        <p:txBody>
          <a:bodyPr>
            <a:normAutofit/>
          </a:bodyPr>
          <a:lstStyle/>
          <a:p>
            <a:r>
              <a:rPr lang="es-MX" sz="4000"/>
              <a:t>Medidas de similitud</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7" name="Group 8">
            <a:extLst>
              <a:ext uri="{FF2B5EF4-FFF2-40B4-BE49-F238E27FC236}">
                <a16:creationId xmlns:a16="http://schemas.microsoft.com/office/drawing/2014/main" id="{8FC4BAAD-F53A-E36D-02DB-97D2DB496D38}"/>
              </a:ext>
            </a:extLst>
          </p:cNvPr>
          <p:cNvGrpSpPr>
            <a:grpSpLocks/>
          </p:cNvGrpSpPr>
          <p:nvPr/>
        </p:nvGrpSpPr>
        <p:grpSpPr bwMode="auto">
          <a:xfrm>
            <a:off x="2464761" y="2518252"/>
            <a:ext cx="3025775" cy="1844675"/>
            <a:chOff x="432" y="1200"/>
            <a:chExt cx="2107" cy="1162"/>
          </a:xfrm>
        </p:grpSpPr>
        <p:grpSp>
          <p:nvGrpSpPr>
            <p:cNvPr id="8" name="Group 9">
              <a:extLst>
                <a:ext uri="{FF2B5EF4-FFF2-40B4-BE49-F238E27FC236}">
                  <a16:creationId xmlns:a16="http://schemas.microsoft.com/office/drawing/2014/main" id="{CC4A6868-6113-C105-27D2-07C45096EDEF}"/>
                </a:ext>
              </a:extLst>
            </p:cNvPr>
            <p:cNvGrpSpPr>
              <a:grpSpLocks noChangeAspect="1"/>
            </p:cNvGrpSpPr>
            <p:nvPr/>
          </p:nvGrpSpPr>
          <p:grpSpPr bwMode="auto">
            <a:xfrm>
              <a:off x="432" y="1200"/>
              <a:ext cx="2107" cy="516"/>
              <a:chOff x="2464" y="2296"/>
              <a:chExt cx="2634" cy="646"/>
            </a:xfrm>
          </p:grpSpPr>
          <p:sp>
            <p:nvSpPr>
              <p:cNvPr id="12" name="Oval 10">
                <a:extLst>
                  <a:ext uri="{FF2B5EF4-FFF2-40B4-BE49-F238E27FC236}">
                    <a16:creationId xmlns:a16="http://schemas.microsoft.com/office/drawing/2014/main" id="{0A732A35-0412-94AE-36D2-74848115F524}"/>
                  </a:ext>
                </a:extLst>
              </p:cNvPr>
              <p:cNvSpPr>
                <a:spLocks noChangeAspect="1" noChangeArrowheads="1"/>
              </p:cNvSpPr>
              <p:nvPr/>
            </p:nvSpPr>
            <p:spPr bwMode="auto">
              <a:xfrm>
                <a:off x="4564" y="2730"/>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4" name="Oval 11">
                <a:extLst>
                  <a:ext uri="{FF2B5EF4-FFF2-40B4-BE49-F238E27FC236}">
                    <a16:creationId xmlns:a16="http://schemas.microsoft.com/office/drawing/2014/main" id="{21E8E461-7A8B-96CB-7D3E-98207B01AEDB}"/>
                  </a:ext>
                </a:extLst>
              </p:cNvPr>
              <p:cNvSpPr>
                <a:spLocks noChangeAspect="1" noChangeArrowheads="1"/>
              </p:cNvSpPr>
              <p:nvPr/>
            </p:nvSpPr>
            <p:spPr bwMode="auto">
              <a:xfrm>
                <a:off x="4312" y="2842"/>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6" name="Oval 12">
                <a:extLst>
                  <a:ext uri="{FF2B5EF4-FFF2-40B4-BE49-F238E27FC236}">
                    <a16:creationId xmlns:a16="http://schemas.microsoft.com/office/drawing/2014/main" id="{E2A05CF7-6FEF-6CD3-A743-2E787D9AF9AC}"/>
                  </a:ext>
                </a:extLst>
              </p:cNvPr>
              <p:cNvSpPr>
                <a:spLocks noChangeAspect="1" noChangeArrowheads="1"/>
              </p:cNvSpPr>
              <p:nvPr/>
            </p:nvSpPr>
            <p:spPr bwMode="auto">
              <a:xfrm>
                <a:off x="4466" y="285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7" name="Oval 13">
                <a:extLst>
                  <a:ext uri="{FF2B5EF4-FFF2-40B4-BE49-F238E27FC236}">
                    <a16:creationId xmlns:a16="http://schemas.microsoft.com/office/drawing/2014/main" id="{394627E9-3570-C954-EA9D-707B4F5C1EFD}"/>
                  </a:ext>
                </a:extLst>
              </p:cNvPr>
              <p:cNvSpPr>
                <a:spLocks noChangeAspect="1" noChangeArrowheads="1"/>
              </p:cNvSpPr>
              <p:nvPr/>
            </p:nvSpPr>
            <p:spPr bwMode="auto">
              <a:xfrm>
                <a:off x="4410" y="2744"/>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8" name="Oval 14">
                <a:extLst>
                  <a:ext uri="{FF2B5EF4-FFF2-40B4-BE49-F238E27FC236}">
                    <a16:creationId xmlns:a16="http://schemas.microsoft.com/office/drawing/2014/main" id="{4F891ACE-2E79-764D-B9E4-A72E11A7CE35}"/>
                  </a:ext>
                </a:extLst>
              </p:cNvPr>
              <p:cNvSpPr>
                <a:spLocks noChangeAspect="1" noChangeArrowheads="1"/>
              </p:cNvSpPr>
              <p:nvPr/>
            </p:nvSpPr>
            <p:spPr bwMode="auto">
              <a:xfrm>
                <a:off x="4326" y="2478"/>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9" name="Oval 15">
                <a:extLst>
                  <a:ext uri="{FF2B5EF4-FFF2-40B4-BE49-F238E27FC236}">
                    <a16:creationId xmlns:a16="http://schemas.microsoft.com/office/drawing/2014/main" id="{EC2D721F-003C-089D-D36A-703D3E2D4C3D}"/>
                  </a:ext>
                </a:extLst>
              </p:cNvPr>
              <p:cNvSpPr>
                <a:spLocks noChangeAspect="1" noChangeArrowheads="1"/>
              </p:cNvSpPr>
              <p:nvPr/>
            </p:nvSpPr>
            <p:spPr bwMode="auto">
              <a:xfrm>
                <a:off x="4158" y="2422"/>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0" name="Oval 16">
                <a:extLst>
                  <a:ext uri="{FF2B5EF4-FFF2-40B4-BE49-F238E27FC236}">
                    <a16:creationId xmlns:a16="http://schemas.microsoft.com/office/drawing/2014/main" id="{052A1EA8-5B26-9C00-B1C8-076E6BEE21B9}"/>
                  </a:ext>
                </a:extLst>
              </p:cNvPr>
              <p:cNvSpPr>
                <a:spLocks noChangeAspect="1" noChangeArrowheads="1"/>
              </p:cNvSpPr>
              <p:nvPr/>
            </p:nvSpPr>
            <p:spPr bwMode="auto">
              <a:xfrm>
                <a:off x="4242" y="229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1" name="Oval 17">
                <a:extLst>
                  <a:ext uri="{FF2B5EF4-FFF2-40B4-BE49-F238E27FC236}">
                    <a16:creationId xmlns:a16="http://schemas.microsoft.com/office/drawing/2014/main" id="{10A51CBC-285B-855F-10CC-CF7BA3A91C46}"/>
                  </a:ext>
                </a:extLst>
              </p:cNvPr>
              <p:cNvSpPr>
                <a:spLocks noChangeAspect="1" noChangeArrowheads="1"/>
              </p:cNvSpPr>
              <p:nvPr/>
            </p:nvSpPr>
            <p:spPr bwMode="auto">
              <a:xfrm>
                <a:off x="4788" y="271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2" name="Oval 18">
                <a:extLst>
                  <a:ext uri="{FF2B5EF4-FFF2-40B4-BE49-F238E27FC236}">
                    <a16:creationId xmlns:a16="http://schemas.microsoft.com/office/drawing/2014/main" id="{52FE650B-AAAE-EB9D-528C-D84D0D1EB490}"/>
                  </a:ext>
                </a:extLst>
              </p:cNvPr>
              <p:cNvSpPr>
                <a:spLocks noChangeAspect="1" noChangeArrowheads="1"/>
              </p:cNvSpPr>
              <p:nvPr/>
            </p:nvSpPr>
            <p:spPr bwMode="auto">
              <a:xfrm>
                <a:off x="5012" y="2618"/>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3" name="Oval 19">
                <a:extLst>
                  <a:ext uri="{FF2B5EF4-FFF2-40B4-BE49-F238E27FC236}">
                    <a16:creationId xmlns:a16="http://schemas.microsoft.com/office/drawing/2014/main" id="{E26BF515-A3A5-4DA3-368B-EAF8AC312400}"/>
                  </a:ext>
                </a:extLst>
              </p:cNvPr>
              <p:cNvSpPr>
                <a:spLocks noChangeAspect="1" noChangeArrowheads="1"/>
              </p:cNvSpPr>
              <p:nvPr/>
            </p:nvSpPr>
            <p:spPr bwMode="auto">
              <a:xfrm>
                <a:off x="4788" y="2534"/>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4" name="Oval 20">
                <a:extLst>
                  <a:ext uri="{FF2B5EF4-FFF2-40B4-BE49-F238E27FC236}">
                    <a16:creationId xmlns:a16="http://schemas.microsoft.com/office/drawing/2014/main" id="{D683CBF8-412B-5A4B-E652-A688F3DF8C3D}"/>
                  </a:ext>
                </a:extLst>
              </p:cNvPr>
              <p:cNvSpPr>
                <a:spLocks noChangeAspect="1" noChangeArrowheads="1"/>
              </p:cNvSpPr>
              <p:nvPr/>
            </p:nvSpPr>
            <p:spPr bwMode="auto">
              <a:xfrm flipV="1">
                <a:off x="2870" y="2422"/>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5" name="Oval 21">
                <a:extLst>
                  <a:ext uri="{FF2B5EF4-FFF2-40B4-BE49-F238E27FC236}">
                    <a16:creationId xmlns:a16="http://schemas.microsoft.com/office/drawing/2014/main" id="{D8E01539-5668-CC3D-5092-6CA5019BDE44}"/>
                  </a:ext>
                </a:extLst>
              </p:cNvPr>
              <p:cNvSpPr>
                <a:spLocks noChangeAspect="1" noChangeArrowheads="1"/>
              </p:cNvSpPr>
              <p:nvPr/>
            </p:nvSpPr>
            <p:spPr bwMode="auto">
              <a:xfrm flipV="1">
                <a:off x="2618" y="2310"/>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6" name="Oval 22">
                <a:extLst>
                  <a:ext uri="{FF2B5EF4-FFF2-40B4-BE49-F238E27FC236}">
                    <a16:creationId xmlns:a16="http://schemas.microsoft.com/office/drawing/2014/main" id="{90C78E70-987C-E425-5C5D-BD703FEC22F3}"/>
                  </a:ext>
                </a:extLst>
              </p:cNvPr>
              <p:cNvSpPr>
                <a:spLocks noChangeAspect="1" noChangeArrowheads="1"/>
              </p:cNvSpPr>
              <p:nvPr/>
            </p:nvSpPr>
            <p:spPr bwMode="auto">
              <a:xfrm flipV="1">
                <a:off x="2772" y="229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7" name="Oval 23">
                <a:extLst>
                  <a:ext uri="{FF2B5EF4-FFF2-40B4-BE49-F238E27FC236}">
                    <a16:creationId xmlns:a16="http://schemas.microsoft.com/office/drawing/2014/main" id="{EDB4DE75-3B5D-241E-BD3E-DB562D137B24}"/>
                  </a:ext>
                </a:extLst>
              </p:cNvPr>
              <p:cNvSpPr>
                <a:spLocks noChangeAspect="1" noChangeArrowheads="1"/>
              </p:cNvSpPr>
              <p:nvPr/>
            </p:nvSpPr>
            <p:spPr bwMode="auto">
              <a:xfrm flipV="1">
                <a:off x="2716" y="2408"/>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8" name="Oval 24">
                <a:extLst>
                  <a:ext uri="{FF2B5EF4-FFF2-40B4-BE49-F238E27FC236}">
                    <a16:creationId xmlns:a16="http://schemas.microsoft.com/office/drawing/2014/main" id="{EA510DC8-609C-6BFF-736D-7AF14081F69B}"/>
                  </a:ext>
                </a:extLst>
              </p:cNvPr>
              <p:cNvSpPr>
                <a:spLocks noChangeAspect="1" noChangeArrowheads="1"/>
              </p:cNvSpPr>
              <p:nvPr/>
            </p:nvSpPr>
            <p:spPr bwMode="auto">
              <a:xfrm flipV="1">
                <a:off x="2632" y="2674"/>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29" name="Oval 25">
                <a:extLst>
                  <a:ext uri="{FF2B5EF4-FFF2-40B4-BE49-F238E27FC236}">
                    <a16:creationId xmlns:a16="http://schemas.microsoft.com/office/drawing/2014/main" id="{61D6426A-9640-3C30-617A-2D93FBBCFD64}"/>
                  </a:ext>
                </a:extLst>
              </p:cNvPr>
              <p:cNvSpPr>
                <a:spLocks noChangeAspect="1" noChangeArrowheads="1"/>
              </p:cNvSpPr>
              <p:nvPr/>
            </p:nvSpPr>
            <p:spPr bwMode="auto">
              <a:xfrm flipV="1">
                <a:off x="2464" y="2730"/>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0" name="Oval 26">
                <a:extLst>
                  <a:ext uri="{FF2B5EF4-FFF2-40B4-BE49-F238E27FC236}">
                    <a16:creationId xmlns:a16="http://schemas.microsoft.com/office/drawing/2014/main" id="{BE79900B-C68E-60AC-B80E-879E74377BA1}"/>
                  </a:ext>
                </a:extLst>
              </p:cNvPr>
              <p:cNvSpPr>
                <a:spLocks noChangeAspect="1" noChangeArrowheads="1"/>
              </p:cNvSpPr>
              <p:nvPr/>
            </p:nvSpPr>
            <p:spPr bwMode="auto">
              <a:xfrm flipV="1">
                <a:off x="2548" y="285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1" name="Oval 27">
                <a:extLst>
                  <a:ext uri="{FF2B5EF4-FFF2-40B4-BE49-F238E27FC236}">
                    <a16:creationId xmlns:a16="http://schemas.microsoft.com/office/drawing/2014/main" id="{14645AE9-5CCD-99CE-3773-E7E942AC6889}"/>
                  </a:ext>
                </a:extLst>
              </p:cNvPr>
              <p:cNvSpPr>
                <a:spLocks noChangeAspect="1" noChangeArrowheads="1"/>
              </p:cNvSpPr>
              <p:nvPr/>
            </p:nvSpPr>
            <p:spPr bwMode="auto">
              <a:xfrm flipV="1">
                <a:off x="3094" y="2436"/>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2" name="Oval 28">
                <a:extLst>
                  <a:ext uri="{FF2B5EF4-FFF2-40B4-BE49-F238E27FC236}">
                    <a16:creationId xmlns:a16="http://schemas.microsoft.com/office/drawing/2014/main" id="{116D9BF0-FBD7-B6CF-9FE7-E8AC1019BA87}"/>
                  </a:ext>
                </a:extLst>
              </p:cNvPr>
              <p:cNvSpPr>
                <a:spLocks noChangeAspect="1" noChangeArrowheads="1"/>
              </p:cNvSpPr>
              <p:nvPr/>
            </p:nvSpPr>
            <p:spPr bwMode="auto">
              <a:xfrm flipV="1">
                <a:off x="3318" y="2534"/>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3" name="Oval 29">
                <a:extLst>
                  <a:ext uri="{FF2B5EF4-FFF2-40B4-BE49-F238E27FC236}">
                    <a16:creationId xmlns:a16="http://schemas.microsoft.com/office/drawing/2014/main" id="{928C2DDA-43FE-9079-54B9-03407A7C80DA}"/>
                  </a:ext>
                </a:extLst>
              </p:cNvPr>
              <p:cNvSpPr>
                <a:spLocks noChangeAspect="1" noChangeArrowheads="1"/>
              </p:cNvSpPr>
              <p:nvPr/>
            </p:nvSpPr>
            <p:spPr bwMode="auto">
              <a:xfrm flipV="1">
                <a:off x="3094" y="2618"/>
                <a:ext cx="86" cy="8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grpSp>
        <p:sp>
          <p:nvSpPr>
            <p:cNvPr id="10" name="Rectangle 30">
              <a:extLst>
                <a:ext uri="{FF2B5EF4-FFF2-40B4-BE49-F238E27FC236}">
                  <a16:creationId xmlns:a16="http://schemas.microsoft.com/office/drawing/2014/main" id="{8F203C3F-654B-939E-40BA-247BE913B13E}"/>
                </a:ext>
              </a:extLst>
            </p:cNvPr>
            <p:cNvSpPr>
              <a:spLocks noChangeArrowheads="1"/>
            </p:cNvSpPr>
            <p:nvPr/>
          </p:nvSpPr>
          <p:spPr bwMode="auto">
            <a:xfrm>
              <a:off x="624" y="1920"/>
              <a:ext cx="14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pPr>
              <a:r>
                <a:rPr kumimoji="0" lang="es-ES" altLang="es-MX" sz="2000" i="0" dirty="0">
                  <a:solidFill>
                    <a:schemeClr val="tx1"/>
                  </a:solidFill>
                  <a:effectLst/>
                  <a:latin typeface="Tahoma" panose="020B0604030504040204" pitchFamily="34" charset="0"/>
                  <a:cs typeface="Times New Roman" panose="02020603050405020304" pitchFamily="18" charset="0"/>
                </a:rPr>
                <a:t>¿Cuántos agrupamientos?</a:t>
              </a:r>
              <a:endParaRPr kumimoji="0" lang="es-ES" altLang="es-MX" sz="2000" i="0" dirty="0">
                <a:solidFill>
                  <a:schemeClr val="tx1"/>
                </a:solidFill>
                <a:effectLst/>
                <a:latin typeface="Tahoma" panose="020B0604030504040204" pitchFamily="34" charset="0"/>
              </a:endParaRPr>
            </a:p>
          </p:txBody>
        </p:sp>
      </p:grpSp>
      <p:grpSp>
        <p:nvGrpSpPr>
          <p:cNvPr id="34" name="Group 31">
            <a:extLst>
              <a:ext uri="{FF2B5EF4-FFF2-40B4-BE49-F238E27FC236}">
                <a16:creationId xmlns:a16="http://schemas.microsoft.com/office/drawing/2014/main" id="{2E138979-E385-4ACD-68D8-0B27E6ECEA74}"/>
              </a:ext>
            </a:extLst>
          </p:cNvPr>
          <p:cNvGrpSpPr>
            <a:grpSpLocks/>
          </p:cNvGrpSpPr>
          <p:nvPr/>
        </p:nvGrpSpPr>
        <p:grpSpPr bwMode="auto">
          <a:xfrm>
            <a:off x="6258998" y="5125720"/>
            <a:ext cx="3040062" cy="1431925"/>
            <a:chOff x="3125" y="2592"/>
            <a:chExt cx="2107" cy="902"/>
          </a:xfrm>
        </p:grpSpPr>
        <p:grpSp>
          <p:nvGrpSpPr>
            <p:cNvPr id="35" name="Group 32">
              <a:extLst>
                <a:ext uri="{FF2B5EF4-FFF2-40B4-BE49-F238E27FC236}">
                  <a16:creationId xmlns:a16="http://schemas.microsoft.com/office/drawing/2014/main" id="{3ABA4248-2EFD-1B64-BC09-FC7CE01C020C}"/>
                </a:ext>
              </a:extLst>
            </p:cNvPr>
            <p:cNvGrpSpPr>
              <a:grpSpLocks/>
            </p:cNvGrpSpPr>
            <p:nvPr/>
          </p:nvGrpSpPr>
          <p:grpSpPr bwMode="auto">
            <a:xfrm>
              <a:off x="3125" y="2592"/>
              <a:ext cx="2107" cy="518"/>
              <a:chOff x="3125" y="2592"/>
              <a:chExt cx="2107" cy="518"/>
            </a:xfrm>
          </p:grpSpPr>
          <p:sp>
            <p:nvSpPr>
              <p:cNvPr id="37" name="AutoShape 33">
                <a:extLst>
                  <a:ext uri="{FF2B5EF4-FFF2-40B4-BE49-F238E27FC236}">
                    <a16:creationId xmlns:a16="http://schemas.microsoft.com/office/drawing/2014/main" id="{7FE778DA-F8C6-8AE5-7EDE-763F036185C6}"/>
                  </a:ext>
                </a:extLst>
              </p:cNvPr>
              <p:cNvSpPr>
                <a:spLocks noChangeAspect="1" noChangeArrowheads="1"/>
              </p:cNvSpPr>
              <p:nvPr/>
            </p:nvSpPr>
            <p:spPr bwMode="auto">
              <a:xfrm>
                <a:off x="4805" y="2940"/>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8" name="AutoShape 34">
                <a:extLst>
                  <a:ext uri="{FF2B5EF4-FFF2-40B4-BE49-F238E27FC236}">
                    <a16:creationId xmlns:a16="http://schemas.microsoft.com/office/drawing/2014/main" id="{66EA7F38-3350-F89B-44AF-37CF99986BED}"/>
                  </a:ext>
                </a:extLst>
              </p:cNvPr>
              <p:cNvSpPr>
                <a:spLocks noChangeAspect="1" noChangeArrowheads="1"/>
              </p:cNvSpPr>
              <p:nvPr/>
            </p:nvSpPr>
            <p:spPr bwMode="auto">
              <a:xfrm>
                <a:off x="4603" y="3030"/>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39" name="AutoShape 35">
                <a:extLst>
                  <a:ext uri="{FF2B5EF4-FFF2-40B4-BE49-F238E27FC236}">
                    <a16:creationId xmlns:a16="http://schemas.microsoft.com/office/drawing/2014/main" id="{BA737A97-FE24-5B3D-45C4-95564324B940}"/>
                  </a:ext>
                </a:extLst>
              </p:cNvPr>
              <p:cNvSpPr>
                <a:spLocks noChangeAspect="1" noChangeArrowheads="1"/>
              </p:cNvSpPr>
              <p:nvPr/>
            </p:nvSpPr>
            <p:spPr bwMode="auto">
              <a:xfrm>
                <a:off x="4726" y="3041"/>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0" name="AutoShape 36">
                <a:extLst>
                  <a:ext uri="{FF2B5EF4-FFF2-40B4-BE49-F238E27FC236}">
                    <a16:creationId xmlns:a16="http://schemas.microsoft.com/office/drawing/2014/main" id="{FB092629-18A5-57C6-C5E9-C505131CEBCE}"/>
                  </a:ext>
                </a:extLst>
              </p:cNvPr>
              <p:cNvSpPr>
                <a:spLocks noChangeAspect="1" noChangeArrowheads="1"/>
              </p:cNvSpPr>
              <p:nvPr/>
            </p:nvSpPr>
            <p:spPr bwMode="auto">
              <a:xfrm>
                <a:off x="4682" y="2951"/>
                <a:ext cx="68"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1" name="AutoShape 37">
                <a:extLst>
                  <a:ext uri="{FF2B5EF4-FFF2-40B4-BE49-F238E27FC236}">
                    <a16:creationId xmlns:a16="http://schemas.microsoft.com/office/drawing/2014/main" id="{1DCA5E29-F617-089D-0312-B0F1872A2B34}"/>
                  </a:ext>
                </a:extLst>
              </p:cNvPr>
              <p:cNvSpPr>
                <a:spLocks noChangeAspect="1" noChangeArrowheads="1"/>
              </p:cNvSpPr>
              <p:nvPr/>
            </p:nvSpPr>
            <p:spPr bwMode="auto">
              <a:xfrm>
                <a:off x="4614" y="2738"/>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2" name="AutoShape 38">
                <a:extLst>
                  <a:ext uri="{FF2B5EF4-FFF2-40B4-BE49-F238E27FC236}">
                    <a16:creationId xmlns:a16="http://schemas.microsoft.com/office/drawing/2014/main" id="{9A330CBF-D764-28C9-496E-10ED95167672}"/>
                  </a:ext>
                </a:extLst>
              </p:cNvPr>
              <p:cNvSpPr>
                <a:spLocks noChangeAspect="1" noChangeArrowheads="1"/>
              </p:cNvSpPr>
              <p:nvPr/>
            </p:nvSpPr>
            <p:spPr bwMode="auto">
              <a:xfrm>
                <a:off x="4480" y="2693"/>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3" name="AutoShape 39">
                <a:extLst>
                  <a:ext uri="{FF2B5EF4-FFF2-40B4-BE49-F238E27FC236}">
                    <a16:creationId xmlns:a16="http://schemas.microsoft.com/office/drawing/2014/main" id="{DDC32DA3-23D3-E66D-346F-32D52A06597C}"/>
                  </a:ext>
                </a:extLst>
              </p:cNvPr>
              <p:cNvSpPr>
                <a:spLocks noChangeAspect="1" noChangeArrowheads="1"/>
              </p:cNvSpPr>
              <p:nvPr/>
            </p:nvSpPr>
            <p:spPr bwMode="auto">
              <a:xfrm>
                <a:off x="4547" y="2592"/>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4" name="AutoShape 40">
                <a:extLst>
                  <a:ext uri="{FF2B5EF4-FFF2-40B4-BE49-F238E27FC236}">
                    <a16:creationId xmlns:a16="http://schemas.microsoft.com/office/drawing/2014/main" id="{EE631A2E-B118-02DF-259E-727F26A9D6BA}"/>
                  </a:ext>
                </a:extLst>
              </p:cNvPr>
              <p:cNvSpPr>
                <a:spLocks noChangeAspect="1" noChangeArrowheads="1"/>
              </p:cNvSpPr>
              <p:nvPr/>
            </p:nvSpPr>
            <p:spPr bwMode="auto">
              <a:xfrm>
                <a:off x="4984" y="2929"/>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5" name="AutoShape 41">
                <a:extLst>
                  <a:ext uri="{FF2B5EF4-FFF2-40B4-BE49-F238E27FC236}">
                    <a16:creationId xmlns:a16="http://schemas.microsoft.com/office/drawing/2014/main" id="{4BEE2327-28A2-DE44-E463-7A281D92D940}"/>
                  </a:ext>
                </a:extLst>
              </p:cNvPr>
              <p:cNvSpPr>
                <a:spLocks noChangeAspect="1" noChangeArrowheads="1"/>
              </p:cNvSpPr>
              <p:nvPr/>
            </p:nvSpPr>
            <p:spPr bwMode="auto">
              <a:xfrm>
                <a:off x="5163" y="2850"/>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6" name="AutoShape 42">
                <a:extLst>
                  <a:ext uri="{FF2B5EF4-FFF2-40B4-BE49-F238E27FC236}">
                    <a16:creationId xmlns:a16="http://schemas.microsoft.com/office/drawing/2014/main" id="{4CC90888-D5F7-855D-0880-401997C474B0}"/>
                  </a:ext>
                </a:extLst>
              </p:cNvPr>
              <p:cNvSpPr>
                <a:spLocks noChangeAspect="1" noChangeArrowheads="1"/>
              </p:cNvSpPr>
              <p:nvPr/>
            </p:nvSpPr>
            <p:spPr bwMode="auto">
              <a:xfrm>
                <a:off x="4984" y="2783"/>
                <a:ext cx="69" cy="69"/>
              </a:xfrm>
              <a:prstGeom prst="diamond">
                <a:avLst/>
              </a:prstGeom>
              <a:solidFill>
                <a:srgbClr val="FFCC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7" name="AutoShape 43">
                <a:extLst>
                  <a:ext uri="{FF2B5EF4-FFF2-40B4-BE49-F238E27FC236}">
                    <a16:creationId xmlns:a16="http://schemas.microsoft.com/office/drawing/2014/main" id="{25C0D9BA-4E2B-8A66-7E27-FAB1910C828B}"/>
                  </a:ext>
                </a:extLst>
              </p:cNvPr>
              <p:cNvSpPr>
                <a:spLocks noChangeAspect="1" noChangeArrowheads="1"/>
              </p:cNvSpPr>
              <p:nvPr/>
            </p:nvSpPr>
            <p:spPr bwMode="auto">
              <a:xfrm flipV="1">
                <a:off x="3450" y="2693"/>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8" name="AutoShape 44">
                <a:extLst>
                  <a:ext uri="{FF2B5EF4-FFF2-40B4-BE49-F238E27FC236}">
                    <a16:creationId xmlns:a16="http://schemas.microsoft.com/office/drawing/2014/main" id="{3626DA23-5BFB-5705-210E-CAA617A2C121}"/>
                  </a:ext>
                </a:extLst>
              </p:cNvPr>
              <p:cNvSpPr>
                <a:spLocks noChangeAspect="1" noChangeArrowheads="1"/>
              </p:cNvSpPr>
              <p:nvPr/>
            </p:nvSpPr>
            <p:spPr bwMode="auto">
              <a:xfrm flipV="1">
                <a:off x="3248" y="2603"/>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49" name="AutoShape 45">
                <a:extLst>
                  <a:ext uri="{FF2B5EF4-FFF2-40B4-BE49-F238E27FC236}">
                    <a16:creationId xmlns:a16="http://schemas.microsoft.com/office/drawing/2014/main" id="{FFF44B6F-25B1-127F-AA62-94FED13F849E}"/>
                  </a:ext>
                </a:extLst>
              </p:cNvPr>
              <p:cNvSpPr>
                <a:spLocks noChangeAspect="1" noChangeArrowheads="1"/>
              </p:cNvSpPr>
              <p:nvPr/>
            </p:nvSpPr>
            <p:spPr bwMode="auto">
              <a:xfrm flipV="1">
                <a:off x="3371" y="2592"/>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0" name="AutoShape 46">
                <a:extLst>
                  <a:ext uri="{FF2B5EF4-FFF2-40B4-BE49-F238E27FC236}">
                    <a16:creationId xmlns:a16="http://schemas.microsoft.com/office/drawing/2014/main" id="{A112E90F-7A71-13C9-A852-0B9CD97B6757}"/>
                  </a:ext>
                </a:extLst>
              </p:cNvPr>
              <p:cNvSpPr>
                <a:spLocks noChangeAspect="1" noChangeArrowheads="1"/>
              </p:cNvSpPr>
              <p:nvPr/>
            </p:nvSpPr>
            <p:spPr bwMode="auto">
              <a:xfrm flipV="1">
                <a:off x="3327" y="2682"/>
                <a:ext cx="68"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1" name="AutoShape 47">
                <a:extLst>
                  <a:ext uri="{FF2B5EF4-FFF2-40B4-BE49-F238E27FC236}">
                    <a16:creationId xmlns:a16="http://schemas.microsoft.com/office/drawing/2014/main" id="{6C2F5F3A-7416-53A5-E2DA-68E40CF856ED}"/>
                  </a:ext>
                </a:extLst>
              </p:cNvPr>
              <p:cNvSpPr>
                <a:spLocks noChangeAspect="1" noChangeArrowheads="1"/>
              </p:cNvSpPr>
              <p:nvPr/>
            </p:nvSpPr>
            <p:spPr bwMode="auto">
              <a:xfrm flipV="1">
                <a:off x="3259" y="2895"/>
                <a:ext cx="69" cy="69"/>
              </a:xfrm>
              <a:prstGeom prst="flowChartExtract">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2" name="AutoShape 48">
                <a:extLst>
                  <a:ext uri="{FF2B5EF4-FFF2-40B4-BE49-F238E27FC236}">
                    <a16:creationId xmlns:a16="http://schemas.microsoft.com/office/drawing/2014/main" id="{67C9DAD5-83F9-84CD-22D8-2867DCB1D024}"/>
                  </a:ext>
                </a:extLst>
              </p:cNvPr>
              <p:cNvSpPr>
                <a:spLocks noChangeAspect="1" noChangeArrowheads="1"/>
              </p:cNvSpPr>
              <p:nvPr/>
            </p:nvSpPr>
            <p:spPr bwMode="auto">
              <a:xfrm flipV="1">
                <a:off x="3125" y="2940"/>
                <a:ext cx="69" cy="69"/>
              </a:xfrm>
              <a:prstGeom prst="flowChartExtract">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3" name="AutoShape 49">
                <a:extLst>
                  <a:ext uri="{FF2B5EF4-FFF2-40B4-BE49-F238E27FC236}">
                    <a16:creationId xmlns:a16="http://schemas.microsoft.com/office/drawing/2014/main" id="{B92E4F38-DFEF-5883-D29A-DEC38935BD68}"/>
                  </a:ext>
                </a:extLst>
              </p:cNvPr>
              <p:cNvSpPr>
                <a:spLocks noChangeAspect="1" noChangeArrowheads="1"/>
              </p:cNvSpPr>
              <p:nvPr/>
            </p:nvSpPr>
            <p:spPr bwMode="auto">
              <a:xfrm flipV="1">
                <a:off x="3192" y="3041"/>
                <a:ext cx="69" cy="69"/>
              </a:xfrm>
              <a:prstGeom prst="flowChartExtract">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4" name="AutoShape 50">
                <a:extLst>
                  <a:ext uri="{FF2B5EF4-FFF2-40B4-BE49-F238E27FC236}">
                    <a16:creationId xmlns:a16="http://schemas.microsoft.com/office/drawing/2014/main" id="{3441D642-7A2B-6FAA-F185-BA9F48F7CED3}"/>
                  </a:ext>
                </a:extLst>
              </p:cNvPr>
              <p:cNvSpPr>
                <a:spLocks noChangeAspect="1" noChangeArrowheads="1"/>
              </p:cNvSpPr>
              <p:nvPr/>
            </p:nvSpPr>
            <p:spPr bwMode="auto">
              <a:xfrm flipV="1">
                <a:off x="3629" y="2704"/>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5" name="AutoShape 51">
                <a:extLst>
                  <a:ext uri="{FF2B5EF4-FFF2-40B4-BE49-F238E27FC236}">
                    <a16:creationId xmlns:a16="http://schemas.microsoft.com/office/drawing/2014/main" id="{3F414CD5-C6BE-374F-37CF-DF2F100D8D2E}"/>
                  </a:ext>
                </a:extLst>
              </p:cNvPr>
              <p:cNvSpPr>
                <a:spLocks noChangeAspect="1" noChangeArrowheads="1"/>
              </p:cNvSpPr>
              <p:nvPr/>
            </p:nvSpPr>
            <p:spPr bwMode="auto">
              <a:xfrm flipV="1">
                <a:off x="3808" y="2783"/>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56" name="AutoShape 52">
                <a:extLst>
                  <a:ext uri="{FF2B5EF4-FFF2-40B4-BE49-F238E27FC236}">
                    <a16:creationId xmlns:a16="http://schemas.microsoft.com/office/drawing/2014/main" id="{F570FEA6-CC3F-2131-5CDA-AC2CF6828597}"/>
                  </a:ext>
                </a:extLst>
              </p:cNvPr>
              <p:cNvSpPr>
                <a:spLocks noChangeAspect="1" noChangeArrowheads="1"/>
              </p:cNvSpPr>
              <p:nvPr/>
            </p:nvSpPr>
            <p:spPr bwMode="auto">
              <a:xfrm flipV="1">
                <a:off x="3629" y="2850"/>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grpSp>
        <p:sp>
          <p:nvSpPr>
            <p:cNvPr id="36" name="Rectangle 53">
              <a:extLst>
                <a:ext uri="{FF2B5EF4-FFF2-40B4-BE49-F238E27FC236}">
                  <a16:creationId xmlns:a16="http://schemas.microsoft.com/office/drawing/2014/main" id="{FC9C1502-9E51-0815-0ED7-01F0F3D99F41}"/>
                </a:ext>
              </a:extLst>
            </p:cNvPr>
            <p:cNvSpPr>
              <a:spLocks noChangeArrowheads="1"/>
            </p:cNvSpPr>
            <p:nvPr/>
          </p:nvSpPr>
          <p:spPr bwMode="auto">
            <a:xfrm>
              <a:off x="3413" y="324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pPr>
              <a:r>
                <a:rPr kumimoji="0" lang="es-ES" altLang="es-MX" sz="2000" i="0">
                  <a:solidFill>
                    <a:schemeClr val="tx1"/>
                  </a:solidFill>
                  <a:effectLst/>
                  <a:latin typeface="Tahoma" panose="020B0604030504040204" pitchFamily="34" charset="0"/>
                  <a:cs typeface="Times New Roman" panose="02020603050405020304" pitchFamily="18" charset="0"/>
                </a:rPr>
                <a:t>¿Cuatro?</a:t>
              </a:r>
              <a:endParaRPr kumimoji="0" lang="es-ES" altLang="es-MX" sz="2000" i="0">
                <a:solidFill>
                  <a:schemeClr val="tx1"/>
                </a:solidFill>
                <a:effectLst/>
                <a:latin typeface="Tahoma" panose="020B0604030504040204" pitchFamily="34" charset="0"/>
              </a:endParaRPr>
            </a:p>
          </p:txBody>
        </p:sp>
      </p:grpSp>
      <p:grpSp>
        <p:nvGrpSpPr>
          <p:cNvPr id="57" name="Group 54">
            <a:extLst>
              <a:ext uri="{FF2B5EF4-FFF2-40B4-BE49-F238E27FC236}">
                <a16:creationId xmlns:a16="http://schemas.microsoft.com/office/drawing/2014/main" id="{103F7E2A-9BE1-2FD0-B85C-DE0847594D24}"/>
              </a:ext>
            </a:extLst>
          </p:cNvPr>
          <p:cNvGrpSpPr>
            <a:grpSpLocks/>
          </p:cNvGrpSpPr>
          <p:nvPr/>
        </p:nvGrpSpPr>
        <p:grpSpPr bwMode="auto">
          <a:xfrm>
            <a:off x="6257410" y="2560320"/>
            <a:ext cx="3025775" cy="1431925"/>
            <a:chOff x="432" y="2592"/>
            <a:chExt cx="2107" cy="902"/>
          </a:xfrm>
        </p:grpSpPr>
        <p:grpSp>
          <p:nvGrpSpPr>
            <p:cNvPr id="58" name="Group 55">
              <a:extLst>
                <a:ext uri="{FF2B5EF4-FFF2-40B4-BE49-F238E27FC236}">
                  <a16:creationId xmlns:a16="http://schemas.microsoft.com/office/drawing/2014/main" id="{07B8CB12-BADD-95DB-FDA4-A81F7E039E31}"/>
                </a:ext>
              </a:extLst>
            </p:cNvPr>
            <p:cNvGrpSpPr>
              <a:grpSpLocks/>
            </p:cNvGrpSpPr>
            <p:nvPr/>
          </p:nvGrpSpPr>
          <p:grpSpPr bwMode="auto">
            <a:xfrm>
              <a:off x="432" y="2592"/>
              <a:ext cx="2107" cy="516"/>
              <a:chOff x="432" y="2592"/>
              <a:chExt cx="2107" cy="516"/>
            </a:xfrm>
          </p:grpSpPr>
          <p:sp>
            <p:nvSpPr>
              <p:cNvPr id="60" name="AutoShape 56">
                <a:extLst>
                  <a:ext uri="{FF2B5EF4-FFF2-40B4-BE49-F238E27FC236}">
                    <a16:creationId xmlns:a16="http://schemas.microsoft.com/office/drawing/2014/main" id="{8CFD3E85-6910-0354-0058-A90454065492}"/>
                  </a:ext>
                </a:extLst>
              </p:cNvPr>
              <p:cNvSpPr>
                <a:spLocks noChangeAspect="1" noChangeArrowheads="1"/>
              </p:cNvSpPr>
              <p:nvPr/>
            </p:nvSpPr>
            <p:spPr bwMode="auto">
              <a:xfrm>
                <a:off x="2112" y="2939"/>
                <a:ext cx="69" cy="68"/>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1" name="AutoShape 57">
                <a:extLst>
                  <a:ext uri="{FF2B5EF4-FFF2-40B4-BE49-F238E27FC236}">
                    <a16:creationId xmlns:a16="http://schemas.microsoft.com/office/drawing/2014/main" id="{CAE5B7A6-9C61-C80D-20E3-FFFDBC32DCCD}"/>
                  </a:ext>
                </a:extLst>
              </p:cNvPr>
              <p:cNvSpPr>
                <a:spLocks noChangeAspect="1" noChangeArrowheads="1"/>
              </p:cNvSpPr>
              <p:nvPr/>
            </p:nvSpPr>
            <p:spPr bwMode="auto">
              <a:xfrm>
                <a:off x="1910" y="3028"/>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2" name="AutoShape 58">
                <a:extLst>
                  <a:ext uri="{FF2B5EF4-FFF2-40B4-BE49-F238E27FC236}">
                    <a16:creationId xmlns:a16="http://schemas.microsoft.com/office/drawing/2014/main" id="{0B4FCC6A-2D1C-6CB2-98C1-5E43E01071B1}"/>
                  </a:ext>
                </a:extLst>
              </p:cNvPr>
              <p:cNvSpPr>
                <a:spLocks noChangeAspect="1" noChangeArrowheads="1"/>
              </p:cNvSpPr>
              <p:nvPr/>
            </p:nvSpPr>
            <p:spPr bwMode="auto">
              <a:xfrm>
                <a:off x="2033" y="3039"/>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3" name="AutoShape 59">
                <a:extLst>
                  <a:ext uri="{FF2B5EF4-FFF2-40B4-BE49-F238E27FC236}">
                    <a16:creationId xmlns:a16="http://schemas.microsoft.com/office/drawing/2014/main" id="{5E21AEB2-2184-EE87-237A-083F7BA30F65}"/>
                  </a:ext>
                </a:extLst>
              </p:cNvPr>
              <p:cNvSpPr>
                <a:spLocks noChangeAspect="1" noChangeArrowheads="1"/>
              </p:cNvSpPr>
              <p:nvPr/>
            </p:nvSpPr>
            <p:spPr bwMode="auto">
              <a:xfrm>
                <a:off x="1989" y="2950"/>
                <a:ext cx="68"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4" name="AutoShape 60">
                <a:extLst>
                  <a:ext uri="{FF2B5EF4-FFF2-40B4-BE49-F238E27FC236}">
                    <a16:creationId xmlns:a16="http://schemas.microsoft.com/office/drawing/2014/main" id="{B57711AB-811D-C3A7-962D-73A2EA5B4A4C}"/>
                  </a:ext>
                </a:extLst>
              </p:cNvPr>
              <p:cNvSpPr>
                <a:spLocks noChangeAspect="1" noChangeArrowheads="1"/>
              </p:cNvSpPr>
              <p:nvPr/>
            </p:nvSpPr>
            <p:spPr bwMode="auto">
              <a:xfrm>
                <a:off x="1921" y="2737"/>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5" name="AutoShape 61">
                <a:extLst>
                  <a:ext uri="{FF2B5EF4-FFF2-40B4-BE49-F238E27FC236}">
                    <a16:creationId xmlns:a16="http://schemas.microsoft.com/office/drawing/2014/main" id="{A3204705-2D48-2676-0E4E-18A931902A6F}"/>
                  </a:ext>
                </a:extLst>
              </p:cNvPr>
              <p:cNvSpPr>
                <a:spLocks noChangeAspect="1" noChangeArrowheads="1"/>
              </p:cNvSpPr>
              <p:nvPr/>
            </p:nvSpPr>
            <p:spPr bwMode="auto">
              <a:xfrm>
                <a:off x="1787" y="2693"/>
                <a:ext cx="69" cy="68"/>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6" name="AutoShape 62">
                <a:extLst>
                  <a:ext uri="{FF2B5EF4-FFF2-40B4-BE49-F238E27FC236}">
                    <a16:creationId xmlns:a16="http://schemas.microsoft.com/office/drawing/2014/main" id="{E1DA8ADC-FCB0-FC2B-319C-AA540BAD85DC}"/>
                  </a:ext>
                </a:extLst>
              </p:cNvPr>
              <p:cNvSpPr>
                <a:spLocks noChangeAspect="1" noChangeArrowheads="1"/>
              </p:cNvSpPr>
              <p:nvPr/>
            </p:nvSpPr>
            <p:spPr bwMode="auto">
              <a:xfrm>
                <a:off x="1854" y="2592"/>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7" name="AutoShape 63">
                <a:extLst>
                  <a:ext uri="{FF2B5EF4-FFF2-40B4-BE49-F238E27FC236}">
                    <a16:creationId xmlns:a16="http://schemas.microsoft.com/office/drawing/2014/main" id="{EEBE4CE6-1FEE-84B2-0215-E71896823ED4}"/>
                  </a:ext>
                </a:extLst>
              </p:cNvPr>
              <p:cNvSpPr>
                <a:spLocks noChangeAspect="1" noChangeArrowheads="1"/>
              </p:cNvSpPr>
              <p:nvPr/>
            </p:nvSpPr>
            <p:spPr bwMode="auto">
              <a:xfrm>
                <a:off x="2291" y="2927"/>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8" name="AutoShape 64">
                <a:extLst>
                  <a:ext uri="{FF2B5EF4-FFF2-40B4-BE49-F238E27FC236}">
                    <a16:creationId xmlns:a16="http://schemas.microsoft.com/office/drawing/2014/main" id="{8F5E09EC-7DD1-758E-2E55-4A97F9A52F00}"/>
                  </a:ext>
                </a:extLst>
              </p:cNvPr>
              <p:cNvSpPr>
                <a:spLocks noChangeAspect="1" noChangeArrowheads="1"/>
              </p:cNvSpPr>
              <p:nvPr/>
            </p:nvSpPr>
            <p:spPr bwMode="auto">
              <a:xfrm>
                <a:off x="2470" y="2849"/>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69" name="AutoShape 65">
                <a:extLst>
                  <a:ext uri="{FF2B5EF4-FFF2-40B4-BE49-F238E27FC236}">
                    <a16:creationId xmlns:a16="http://schemas.microsoft.com/office/drawing/2014/main" id="{BEF04065-2282-54B2-6B46-7C5510BF0515}"/>
                  </a:ext>
                </a:extLst>
              </p:cNvPr>
              <p:cNvSpPr>
                <a:spLocks noChangeAspect="1" noChangeArrowheads="1"/>
              </p:cNvSpPr>
              <p:nvPr/>
            </p:nvSpPr>
            <p:spPr bwMode="auto">
              <a:xfrm>
                <a:off x="2291" y="2782"/>
                <a:ext cx="69" cy="69"/>
              </a:xfrm>
              <a:prstGeom prst="triangle">
                <a:avLst>
                  <a:gd name="adj" fmla="val 50000"/>
                </a:avLst>
              </a:prstGeom>
              <a:solidFill>
                <a:srgbClr val="33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0" name="Rectangle 66">
                <a:extLst>
                  <a:ext uri="{FF2B5EF4-FFF2-40B4-BE49-F238E27FC236}">
                    <a16:creationId xmlns:a16="http://schemas.microsoft.com/office/drawing/2014/main" id="{E2E320CE-EF73-5BCB-143F-F5D900E02F12}"/>
                  </a:ext>
                </a:extLst>
              </p:cNvPr>
              <p:cNvSpPr>
                <a:spLocks noChangeAspect="1" noChangeArrowheads="1"/>
              </p:cNvSpPr>
              <p:nvPr/>
            </p:nvSpPr>
            <p:spPr bwMode="auto">
              <a:xfrm flipV="1">
                <a:off x="757" y="2693"/>
                <a:ext cx="69" cy="68"/>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1" name="Rectangle 67">
                <a:extLst>
                  <a:ext uri="{FF2B5EF4-FFF2-40B4-BE49-F238E27FC236}">
                    <a16:creationId xmlns:a16="http://schemas.microsoft.com/office/drawing/2014/main" id="{B9EE8241-0194-D7D8-56B2-44B4F7677A08}"/>
                  </a:ext>
                </a:extLst>
              </p:cNvPr>
              <p:cNvSpPr>
                <a:spLocks noChangeAspect="1" noChangeArrowheads="1"/>
              </p:cNvSpPr>
              <p:nvPr/>
            </p:nvSpPr>
            <p:spPr bwMode="auto">
              <a:xfrm flipV="1">
                <a:off x="555" y="2603"/>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2" name="Rectangle 68">
                <a:extLst>
                  <a:ext uri="{FF2B5EF4-FFF2-40B4-BE49-F238E27FC236}">
                    <a16:creationId xmlns:a16="http://schemas.microsoft.com/office/drawing/2014/main" id="{E5093705-A4E1-6072-D9CD-5060AFEC9E95}"/>
                  </a:ext>
                </a:extLst>
              </p:cNvPr>
              <p:cNvSpPr>
                <a:spLocks noChangeAspect="1" noChangeArrowheads="1"/>
              </p:cNvSpPr>
              <p:nvPr/>
            </p:nvSpPr>
            <p:spPr bwMode="auto">
              <a:xfrm flipV="1">
                <a:off x="678" y="2592"/>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3" name="Rectangle 69">
                <a:extLst>
                  <a:ext uri="{FF2B5EF4-FFF2-40B4-BE49-F238E27FC236}">
                    <a16:creationId xmlns:a16="http://schemas.microsoft.com/office/drawing/2014/main" id="{825F3131-5DF0-56B0-665C-0F58D2167280}"/>
                  </a:ext>
                </a:extLst>
              </p:cNvPr>
              <p:cNvSpPr>
                <a:spLocks noChangeAspect="1" noChangeArrowheads="1"/>
              </p:cNvSpPr>
              <p:nvPr/>
            </p:nvSpPr>
            <p:spPr bwMode="auto">
              <a:xfrm flipV="1">
                <a:off x="634" y="2681"/>
                <a:ext cx="68"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4" name="Rectangle 70">
                <a:extLst>
                  <a:ext uri="{FF2B5EF4-FFF2-40B4-BE49-F238E27FC236}">
                    <a16:creationId xmlns:a16="http://schemas.microsoft.com/office/drawing/2014/main" id="{D7B65EBA-00EE-6405-E619-1D6A09E118D0}"/>
                  </a:ext>
                </a:extLst>
              </p:cNvPr>
              <p:cNvSpPr>
                <a:spLocks noChangeAspect="1" noChangeArrowheads="1"/>
              </p:cNvSpPr>
              <p:nvPr/>
            </p:nvSpPr>
            <p:spPr bwMode="auto">
              <a:xfrm flipV="1">
                <a:off x="566" y="2894"/>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5" name="Rectangle 71">
                <a:extLst>
                  <a:ext uri="{FF2B5EF4-FFF2-40B4-BE49-F238E27FC236}">
                    <a16:creationId xmlns:a16="http://schemas.microsoft.com/office/drawing/2014/main" id="{4853A449-78A1-921A-92EB-A8E42BED7743}"/>
                  </a:ext>
                </a:extLst>
              </p:cNvPr>
              <p:cNvSpPr>
                <a:spLocks noChangeAspect="1" noChangeArrowheads="1"/>
              </p:cNvSpPr>
              <p:nvPr/>
            </p:nvSpPr>
            <p:spPr bwMode="auto">
              <a:xfrm flipV="1">
                <a:off x="432" y="2939"/>
                <a:ext cx="69" cy="68"/>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6" name="Rectangle 72">
                <a:extLst>
                  <a:ext uri="{FF2B5EF4-FFF2-40B4-BE49-F238E27FC236}">
                    <a16:creationId xmlns:a16="http://schemas.microsoft.com/office/drawing/2014/main" id="{DB6CB2AF-444D-CABD-0069-9818DF8239C3}"/>
                  </a:ext>
                </a:extLst>
              </p:cNvPr>
              <p:cNvSpPr>
                <a:spLocks noChangeAspect="1" noChangeArrowheads="1"/>
              </p:cNvSpPr>
              <p:nvPr/>
            </p:nvSpPr>
            <p:spPr bwMode="auto">
              <a:xfrm flipV="1">
                <a:off x="499" y="3039"/>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7" name="Rectangle 73">
                <a:extLst>
                  <a:ext uri="{FF2B5EF4-FFF2-40B4-BE49-F238E27FC236}">
                    <a16:creationId xmlns:a16="http://schemas.microsoft.com/office/drawing/2014/main" id="{79704F4E-0170-5CA4-702D-522971D9C25D}"/>
                  </a:ext>
                </a:extLst>
              </p:cNvPr>
              <p:cNvSpPr>
                <a:spLocks noChangeAspect="1" noChangeArrowheads="1"/>
              </p:cNvSpPr>
              <p:nvPr/>
            </p:nvSpPr>
            <p:spPr bwMode="auto">
              <a:xfrm flipV="1">
                <a:off x="936" y="2704"/>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8" name="Rectangle 74">
                <a:extLst>
                  <a:ext uri="{FF2B5EF4-FFF2-40B4-BE49-F238E27FC236}">
                    <a16:creationId xmlns:a16="http://schemas.microsoft.com/office/drawing/2014/main" id="{77873D82-0BA6-AFC4-F3FF-168BB3FAC686}"/>
                  </a:ext>
                </a:extLst>
              </p:cNvPr>
              <p:cNvSpPr>
                <a:spLocks noChangeAspect="1" noChangeArrowheads="1"/>
              </p:cNvSpPr>
              <p:nvPr/>
            </p:nvSpPr>
            <p:spPr bwMode="auto">
              <a:xfrm flipV="1">
                <a:off x="1115" y="2782"/>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79" name="Rectangle 75">
                <a:extLst>
                  <a:ext uri="{FF2B5EF4-FFF2-40B4-BE49-F238E27FC236}">
                    <a16:creationId xmlns:a16="http://schemas.microsoft.com/office/drawing/2014/main" id="{0DD98660-C028-4798-70F3-298463A08E9C}"/>
                  </a:ext>
                </a:extLst>
              </p:cNvPr>
              <p:cNvSpPr>
                <a:spLocks noChangeAspect="1" noChangeArrowheads="1"/>
              </p:cNvSpPr>
              <p:nvPr/>
            </p:nvSpPr>
            <p:spPr bwMode="auto">
              <a:xfrm flipV="1">
                <a:off x="936" y="2849"/>
                <a:ext cx="69" cy="69"/>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grpSp>
        <p:sp>
          <p:nvSpPr>
            <p:cNvPr id="59" name="Rectangle 76">
              <a:extLst>
                <a:ext uri="{FF2B5EF4-FFF2-40B4-BE49-F238E27FC236}">
                  <a16:creationId xmlns:a16="http://schemas.microsoft.com/office/drawing/2014/main" id="{4824FA58-3467-DBB4-5694-236D79CE9D65}"/>
                </a:ext>
              </a:extLst>
            </p:cNvPr>
            <p:cNvSpPr>
              <a:spLocks noChangeArrowheads="1"/>
            </p:cNvSpPr>
            <p:nvPr/>
          </p:nvSpPr>
          <p:spPr bwMode="auto">
            <a:xfrm>
              <a:off x="624" y="324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pPr>
              <a:r>
                <a:rPr kumimoji="0" lang="en-US" altLang="es-MX" sz="2000" i="0">
                  <a:solidFill>
                    <a:schemeClr val="tx1"/>
                  </a:solidFill>
                  <a:effectLst/>
                  <a:latin typeface="Tahoma" panose="020B0604030504040204" pitchFamily="34" charset="0"/>
                  <a:cs typeface="Times New Roman" panose="02020603050405020304" pitchFamily="18" charset="0"/>
                </a:rPr>
                <a:t>¿Dos?</a:t>
              </a:r>
              <a:r>
                <a:rPr kumimoji="0" lang="en-US" altLang="es-MX" sz="2000" i="0">
                  <a:solidFill>
                    <a:schemeClr val="tx1"/>
                  </a:solidFill>
                  <a:effectLst/>
                  <a:latin typeface="Tahoma" panose="020B0604030504040204" pitchFamily="34" charset="0"/>
                </a:rPr>
                <a:t> </a:t>
              </a:r>
            </a:p>
          </p:txBody>
        </p:sp>
      </p:grpSp>
      <p:grpSp>
        <p:nvGrpSpPr>
          <p:cNvPr id="80" name="Group 77">
            <a:extLst>
              <a:ext uri="{FF2B5EF4-FFF2-40B4-BE49-F238E27FC236}">
                <a16:creationId xmlns:a16="http://schemas.microsoft.com/office/drawing/2014/main" id="{A6FC2D7F-4365-E78C-4AB8-5A60A09E66C1}"/>
              </a:ext>
            </a:extLst>
          </p:cNvPr>
          <p:cNvGrpSpPr>
            <a:grpSpLocks/>
          </p:cNvGrpSpPr>
          <p:nvPr/>
        </p:nvGrpSpPr>
        <p:grpSpPr bwMode="auto">
          <a:xfrm>
            <a:off x="2299773" y="5125720"/>
            <a:ext cx="3024187" cy="1539875"/>
            <a:chOff x="3125" y="1200"/>
            <a:chExt cx="2107" cy="970"/>
          </a:xfrm>
        </p:grpSpPr>
        <p:grpSp>
          <p:nvGrpSpPr>
            <p:cNvPr id="81" name="Group 78">
              <a:extLst>
                <a:ext uri="{FF2B5EF4-FFF2-40B4-BE49-F238E27FC236}">
                  <a16:creationId xmlns:a16="http://schemas.microsoft.com/office/drawing/2014/main" id="{90505312-4B4A-8F25-39A6-BCA2E4FAF045}"/>
                </a:ext>
              </a:extLst>
            </p:cNvPr>
            <p:cNvGrpSpPr>
              <a:grpSpLocks/>
            </p:cNvGrpSpPr>
            <p:nvPr/>
          </p:nvGrpSpPr>
          <p:grpSpPr bwMode="auto">
            <a:xfrm>
              <a:off x="3125" y="1200"/>
              <a:ext cx="2107" cy="518"/>
              <a:chOff x="3125" y="1200"/>
              <a:chExt cx="2107" cy="518"/>
            </a:xfrm>
          </p:grpSpPr>
          <p:sp>
            <p:nvSpPr>
              <p:cNvPr id="83" name="AutoShape 79">
                <a:extLst>
                  <a:ext uri="{FF2B5EF4-FFF2-40B4-BE49-F238E27FC236}">
                    <a16:creationId xmlns:a16="http://schemas.microsoft.com/office/drawing/2014/main" id="{D423688F-EACD-DA7C-118E-C152947C4096}"/>
                  </a:ext>
                </a:extLst>
              </p:cNvPr>
              <p:cNvSpPr>
                <a:spLocks noChangeAspect="1" noChangeArrowheads="1"/>
              </p:cNvSpPr>
              <p:nvPr/>
            </p:nvSpPr>
            <p:spPr bwMode="auto">
              <a:xfrm>
                <a:off x="4805" y="1548"/>
                <a:ext cx="69" cy="69"/>
              </a:xfrm>
              <a:prstGeom prst="diamond">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4" name="AutoShape 80">
                <a:extLst>
                  <a:ext uri="{FF2B5EF4-FFF2-40B4-BE49-F238E27FC236}">
                    <a16:creationId xmlns:a16="http://schemas.microsoft.com/office/drawing/2014/main" id="{A9441C3F-F80F-3B92-314A-E8FC986D7505}"/>
                  </a:ext>
                </a:extLst>
              </p:cNvPr>
              <p:cNvSpPr>
                <a:spLocks noChangeAspect="1" noChangeArrowheads="1"/>
              </p:cNvSpPr>
              <p:nvPr/>
            </p:nvSpPr>
            <p:spPr bwMode="auto">
              <a:xfrm>
                <a:off x="4603" y="1638"/>
                <a:ext cx="69" cy="69"/>
              </a:xfrm>
              <a:prstGeom prst="diamond">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5" name="AutoShape 81">
                <a:extLst>
                  <a:ext uri="{FF2B5EF4-FFF2-40B4-BE49-F238E27FC236}">
                    <a16:creationId xmlns:a16="http://schemas.microsoft.com/office/drawing/2014/main" id="{F9458500-070F-24D7-63E4-641A2A91565A}"/>
                  </a:ext>
                </a:extLst>
              </p:cNvPr>
              <p:cNvSpPr>
                <a:spLocks noChangeAspect="1" noChangeArrowheads="1"/>
              </p:cNvSpPr>
              <p:nvPr/>
            </p:nvSpPr>
            <p:spPr bwMode="auto">
              <a:xfrm>
                <a:off x="4726" y="1649"/>
                <a:ext cx="69" cy="69"/>
              </a:xfrm>
              <a:prstGeom prst="diamond">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6" name="AutoShape 82">
                <a:extLst>
                  <a:ext uri="{FF2B5EF4-FFF2-40B4-BE49-F238E27FC236}">
                    <a16:creationId xmlns:a16="http://schemas.microsoft.com/office/drawing/2014/main" id="{52A07F8F-3555-F83A-93AC-A2043949B298}"/>
                  </a:ext>
                </a:extLst>
              </p:cNvPr>
              <p:cNvSpPr>
                <a:spLocks noChangeAspect="1" noChangeArrowheads="1"/>
              </p:cNvSpPr>
              <p:nvPr/>
            </p:nvSpPr>
            <p:spPr bwMode="auto">
              <a:xfrm>
                <a:off x="4682" y="1559"/>
                <a:ext cx="68" cy="69"/>
              </a:xfrm>
              <a:prstGeom prst="diamond">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7" name="AutoShape 83">
                <a:extLst>
                  <a:ext uri="{FF2B5EF4-FFF2-40B4-BE49-F238E27FC236}">
                    <a16:creationId xmlns:a16="http://schemas.microsoft.com/office/drawing/2014/main" id="{B7236259-DF31-9078-8C0F-5841A8ABFD74}"/>
                  </a:ext>
                </a:extLst>
              </p:cNvPr>
              <p:cNvSpPr>
                <a:spLocks noChangeAspect="1" noChangeArrowheads="1"/>
              </p:cNvSpPr>
              <p:nvPr/>
            </p:nvSpPr>
            <p:spPr bwMode="auto">
              <a:xfrm>
                <a:off x="4614" y="1346"/>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8" name="AutoShape 84">
                <a:extLst>
                  <a:ext uri="{FF2B5EF4-FFF2-40B4-BE49-F238E27FC236}">
                    <a16:creationId xmlns:a16="http://schemas.microsoft.com/office/drawing/2014/main" id="{BA0D7BDF-A764-DFAC-B1D2-E54128C44259}"/>
                  </a:ext>
                </a:extLst>
              </p:cNvPr>
              <p:cNvSpPr>
                <a:spLocks noChangeAspect="1" noChangeArrowheads="1"/>
              </p:cNvSpPr>
              <p:nvPr/>
            </p:nvSpPr>
            <p:spPr bwMode="auto">
              <a:xfrm>
                <a:off x="4480" y="1301"/>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89" name="AutoShape 85">
                <a:extLst>
                  <a:ext uri="{FF2B5EF4-FFF2-40B4-BE49-F238E27FC236}">
                    <a16:creationId xmlns:a16="http://schemas.microsoft.com/office/drawing/2014/main" id="{2D6730AB-EF80-49E0-3AC8-666D4A6A0C0A}"/>
                  </a:ext>
                </a:extLst>
              </p:cNvPr>
              <p:cNvSpPr>
                <a:spLocks noChangeAspect="1" noChangeArrowheads="1"/>
              </p:cNvSpPr>
              <p:nvPr/>
            </p:nvSpPr>
            <p:spPr bwMode="auto">
              <a:xfrm>
                <a:off x="4547" y="1200"/>
                <a:ext cx="69" cy="69"/>
              </a:xfrm>
              <a:prstGeom prst="star5">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0" name="Rectangle 86">
                <a:extLst>
                  <a:ext uri="{FF2B5EF4-FFF2-40B4-BE49-F238E27FC236}">
                    <a16:creationId xmlns:a16="http://schemas.microsoft.com/office/drawing/2014/main" id="{9A8F6A4A-8692-5862-726A-42332B2C5C07}"/>
                  </a:ext>
                </a:extLst>
              </p:cNvPr>
              <p:cNvSpPr>
                <a:spLocks noChangeAspect="1" noChangeArrowheads="1"/>
              </p:cNvSpPr>
              <p:nvPr/>
            </p:nvSpPr>
            <p:spPr bwMode="auto">
              <a:xfrm>
                <a:off x="4984" y="1537"/>
                <a:ext cx="69" cy="69"/>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1" name="Rectangle 87">
                <a:extLst>
                  <a:ext uri="{FF2B5EF4-FFF2-40B4-BE49-F238E27FC236}">
                    <a16:creationId xmlns:a16="http://schemas.microsoft.com/office/drawing/2014/main" id="{929C8833-AD4C-BD25-BF3D-F025EDDEE12D}"/>
                  </a:ext>
                </a:extLst>
              </p:cNvPr>
              <p:cNvSpPr>
                <a:spLocks noChangeAspect="1" noChangeArrowheads="1"/>
              </p:cNvSpPr>
              <p:nvPr/>
            </p:nvSpPr>
            <p:spPr bwMode="auto">
              <a:xfrm>
                <a:off x="5163" y="1458"/>
                <a:ext cx="69" cy="69"/>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2" name="Rectangle 88">
                <a:extLst>
                  <a:ext uri="{FF2B5EF4-FFF2-40B4-BE49-F238E27FC236}">
                    <a16:creationId xmlns:a16="http://schemas.microsoft.com/office/drawing/2014/main" id="{66638BDB-0DA3-465C-3F7A-8C57E44C374D}"/>
                  </a:ext>
                </a:extLst>
              </p:cNvPr>
              <p:cNvSpPr>
                <a:spLocks noChangeAspect="1" noChangeArrowheads="1"/>
              </p:cNvSpPr>
              <p:nvPr/>
            </p:nvSpPr>
            <p:spPr bwMode="auto">
              <a:xfrm>
                <a:off x="4984" y="1391"/>
                <a:ext cx="69" cy="69"/>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3" name="AutoShape 89">
                <a:extLst>
                  <a:ext uri="{FF2B5EF4-FFF2-40B4-BE49-F238E27FC236}">
                    <a16:creationId xmlns:a16="http://schemas.microsoft.com/office/drawing/2014/main" id="{9F60396A-60A7-88FC-C01C-30535DABDECB}"/>
                  </a:ext>
                </a:extLst>
              </p:cNvPr>
              <p:cNvSpPr>
                <a:spLocks noChangeAspect="1" noChangeArrowheads="1"/>
              </p:cNvSpPr>
              <p:nvPr/>
            </p:nvSpPr>
            <p:spPr bwMode="auto">
              <a:xfrm flipV="1">
                <a:off x="3450" y="1301"/>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4" name="AutoShape 90">
                <a:extLst>
                  <a:ext uri="{FF2B5EF4-FFF2-40B4-BE49-F238E27FC236}">
                    <a16:creationId xmlns:a16="http://schemas.microsoft.com/office/drawing/2014/main" id="{99B0506A-0AD3-D32D-1047-8A4E63BD6CF4}"/>
                  </a:ext>
                </a:extLst>
              </p:cNvPr>
              <p:cNvSpPr>
                <a:spLocks noChangeAspect="1" noChangeArrowheads="1"/>
              </p:cNvSpPr>
              <p:nvPr/>
            </p:nvSpPr>
            <p:spPr bwMode="auto">
              <a:xfrm flipV="1">
                <a:off x="3248" y="1211"/>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5" name="AutoShape 91">
                <a:extLst>
                  <a:ext uri="{FF2B5EF4-FFF2-40B4-BE49-F238E27FC236}">
                    <a16:creationId xmlns:a16="http://schemas.microsoft.com/office/drawing/2014/main" id="{C0F570E5-1253-4BF6-EB3B-A05CFEF01929}"/>
                  </a:ext>
                </a:extLst>
              </p:cNvPr>
              <p:cNvSpPr>
                <a:spLocks noChangeAspect="1" noChangeArrowheads="1"/>
              </p:cNvSpPr>
              <p:nvPr/>
            </p:nvSpPr>
            <p:spPr bwMode="auto">
              <a:xfrm flipV="1">
                <a:off x="3371" y="1200"/>
                <a:ext cx="69"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6" name="AutoShape 92">
                <a:extLst>
                  <a:ext uri="{FF2B5EF4-FFF2-40B4-BE49-F238E27FC236}">
                    <a16:creationId xmlns:a16="http://schemas.microsoft.com/office/drawing/2014/main" id="{DB6C8893-E8EE-2072-1D22-ED600543D445}"/>
                  </a:ext>
                </a:extLst>
              </p:cNvPr>
              <p:cNvSpPr>
                <a:spLocks noChangeAspect="1" noChangeArrowheads="1"/>
              </p:cNvSpPr>
              <p:nvPr/>
            </p:nvSpPr>
            <p:spPr bwMode="auto">
              <a:xfrm flipV="1">
                <a:off x="3327" y="1290"/>
                <a:ext cx="68" cy="69"/>
              </a:xfrm>
              <a:prstGeom prst="star4">
                <a:avLst>
                  <a:gd name="adj" fmla="val 12500"/>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7" name="AutoShape 93">
                <a:extLst>
                  <a:ext uri="{FF2B5EF4-FFF2-40B4-BE49-F238E27FC236}">
                    <a16:creationId xmlns:a16="http://schemas.microsoft.com/office/drawing/2014/main" id="{CA804566-64CA-184C-7F8B-115D4DD7CEED}"/>
                  </a:ext>
                </a:extLst>
              </p:cNvPr>
              <p:cNvSpPr>
                <a:spLocks noChangeAspect="1" noChangeArrowheads="1"/>
              </p:cNvSpPr>
              <p:nvPr/>
            </p:nvSpPr>
            <p:spPr bwMode="auto">
              <a:xfrm flipV="1">
                <a:off x="3259" y="1503"/>
                <a:ext cx="69" cy="69"/>
              </a:xfrm>
              <a:prstGeom prst="triangle">
                <a:avLst>
                  <a:gd name="adj" fmla="val 50000"/>
                </a:avLst>
              </a:prstGeom>
              <a:solidFill>
                <a:srgbClr val="00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8" name="AutoShape 94">
                <a:extLst>
                  <a:ext uri="{FF2B5EF4-FFF2-40B4-BE49-F238E27FC236}">
                    <a16:creationId xmlns:a16="http://schemas.microsoft.com/office/drawing/2014/main" id="{0399AF20-CDA3-0C80-636B-918923132A84}"/>
                  </a:ext>
                </a:extLst>
              </p:cNvPr>
              <p:cNvSpPr>
                <a:spLocks noChangeAspect="1" noChangeArrowheads="1"/>
              </p:cNvSpPr>
              <p:nvPr/>
            </p:nvSpPr>
            <p:spPr bwMode="auto">
              <a:xfrm flipV="1">
                <a:off x="3125" y="1548"/>
                <a:ext cx="69" cy="69"/>
              </a:xfrm>
              <a:prstGeom prst="triangle">
                <a:avLst>
                  <a:gd name="adj" fmla="val 50000"/>
                </a:avLst>
              </a:prstGeom>
              <a:solidFill>
                <a:srgbClr val="00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99" name="AutoShape 95">
                <a:extLst>
                  <a:ext uri="{FF2B5EF4-FFF2-40B4-BE49-F238E27FC236}">
                    <a16:creationId xmlns:a16="http://schemas.microsoft.com/office/drawing/2014/main" id="{9F85DFF6-C0AD-54B2-4207-B36CFB8E4042}"/>
                  </a:ext>
                </a:extLst>
              </p:cNvPr>
              <p:cNvSpPr>
                <a:spLocks noChangeAspect="1" noChangeArrowheads="1"/>
              </p:cNvSpPr>
              <p:nvPr/>
            </p:nvSpPr>
            <p:spPr bwMode="auto">
              <a:xfrm flipV="1">
                <a:off x="3192" y="1649"/>
                <a:ext cx="69" cy="69"/>
              </a:xfrm>
              <a:prstGeom prst="triangle">
                <a:avLst>
                  <a:gd name="adj" fmla="val 50000"/>
                </a:avLst>
              </a:prstGeom>
              <a:solidFill>
                <a:srgbClr val="00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00" name="Oval 96">
                <a:extLst>
                  <a:ext uri="{FF2B5EF4-FFF2-40B4-BE49-F238E27FC236}">
                    <a16:creationId xmlns:a16="http://schemas.microsoft.com/office/drawing/2014/main" id="{A7E5956C-7F79-C607-9041-9F46DBBA0E96}"/>
                  </a:ext>
                </a:extLst>
              </p:cNvPr>
              <p:cNvSpPr>
                <a:spLocks noChangeAspect="1" noChangeArrowheads="1"/>
              </p:cNvSpPr>
              <p:nvPr/>
            </p:nvSpPr>
            <p:spPr bwMode="auto">
              <a:xfrm flipV="1">
                <a:off x="3629" y="1312"/>
                <a:ext cx="69" cy="69"/>
              </a:xfrm>
              <a:prstGeom prst="ellipse">
                <a:avLst/>
              </a:prstGeom>
              <a:solidFill>
                <a:srgbClr val="00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01" name="Oval 97">
                <a:extLst>
                  <a:ext uri="{FF2B5EF4-FFF2-40B4-BE49-F238E27FC236}">
                    <a16:creationId xmlns:a16="http://schemas.microsoft.com/office/drawing/2014/main" id="{DCBE771B-DB93-8A26-3622-531FE7793BA1}"/>
                  </a:ext>
                </a:extLst>
              </p:cNvPr>
              <p:cNvSpPr>
                <a:spLocks noChangeAspect="1" noChangeArrowheads="1"/>
              </p:cNvSpPr>
              <p:nvPr/>
            </p:nvSpPr>
            <p:spPr bwMode="auto">
              <a:xfrm flipV="1">
                <a:off x="3808" y="1391"/>
                <a:ext cx="69" cy="69"/>
              </a:xfrm>
              <a:prstGeom prst="ellipse">
                <a:avLst/>
              </a:prstGeom>
              <a:solidFill>
                <a:srgbClr val="00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sp>
            <p:nvSpPr>
              <p:cNvPr id="102" name="Oval 98">
                <a:extLst>
                  <a:ext uri="{FF2B5EF4-FFF2-40B4-BE49-F238E27FC236}">
                    <a16:creationId xmlns:a16="http://schemas.microsoft.com/office/drawing/2014/main" id="{28D7551C-75AB-9A64-0EE6-33549BB84BB2}"/>
                  </a:ext>
                </a:extLst>
              </p:cNvPr>
              <p:cNvSpPr>
                <a:spLocks noChangeAspect="1" noChangeArrowheads="1"/>
              </p:cNvSpPr>
              <p:nvPr/>
            </p:nvSpPr>
            <p:spPr bwMode="auto">
              <a:xfrm flipV="1">
                <a:off x="3629" y="1458"/>
                <a:ext cx="69" cy="69"/>
              </a:xfrm>
              <a:prstGeom prst="ellipse">
                <a:avLst/>
              </a:prstGeom>
              <a:solidFill>
                <a:srgbClr val="00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MX"/>
              </a:p>
            </p:txBody>
          </p:sp>
        </p:grpSp>
        <p:sp>
          <p:nvSpPr>
            <p:cNvPr id="82" name="Rectangle 99">
              <a:extLst>
                <a:ext uri="{FF2B5EF4-FFF2-40B4-BE49-F238E27FC236}">
                  <a16:creationId xmlns:a16="http://schemas.microsoft.com/office/drawing/2014/main" id="{5EFD745B-BF89-1690-07B4-80BC2DC9ED4F}"/>
                </a:ext>
              </a:extLst>
            </p:cNvPr>
            <p:cNvSpPr>
              <a:spLocks noChangeArrowheads="1"/>
            </p:cNvSpPr>
            <p:nvPr/>
          </p:nvSpPr>
          <p:spPr bwMode="auto">
            <a:xfrm>
              <a:off x="3413" y="1920"/>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0"/>
                </a:spcBef>
              </a:pPr>
              <a:r>
                <a:rPr kumimoji="0" lang="es-ES" altLang="es-MX" sz="2000" i="0">
                  <a:solidFill>
                    <a:schemeClr val="tx1"/>
                  </a:solidFill>
                  <a:effectLst/>
                  <a:latin typeface="Tahoma" panose="020B0604030504040204" pitchFamily="34" charset="0"/>
                  <a:cs typeface="Times New Roman" panose="02020603050405020304" pitchFamily="18" charset="0"/>
                </a:rPr>
                <a:t>¿Seis?</a:t>
              </a:r>
              <a:r>
                <a:rPr kumimoji="0" lang="es-ES" altLang="es-MX" sz="2000" i="0">
                  <a:solidFill>
                    <a:schemeClr val="tx1"/>
                  </a:solidFill>
                  <a:effectLst/>
                  <a:latin typeface="Tahoma" panose="020B0604030504040204" pitchFamily="34" charset="0"/>
                </a:rPr>
                <a:t> </a:t>
              </a:r>
            </a:p>
          </p:txBody>
        </p:sp>
      </p:grpSp>
    </p:spTree>
    <p:extLst>
      <p:ext uri="{BB962C8B-B14F-4D97-AF65-F5344CB8AC3E}">
        <p14:creationId xmlns:p14="http://schemas.microsoft.com/office/powerpoint/2010/main" val="50078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FD74D1B-523C-45DA-9BF8-F3B7EB9769FD}"/>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Medidas de distancia</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Snapshot 2005-11-03 15-11-07">
            <a:extLst>
              <a:ext uri="{FF2B5EF4-FFF2-40B4-BE49-F238E27FC236}">
                <a16:creationId xmlns:a16="http://schemas.microsoft.com/office/drawing/2014/main" id="{D976F48C-0DC9-4E5B-8610-174FCD432BF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6523"/>
          <a:stretch/>
        </p:blipFill>
        <p:spPr>
          <a:xfrm>
            <a:off x="5737216" y="625684"/>
            <a:ext cx="5763115" cy="5455380"/>
          </a:xfrm>
          <a:prstGeom prst="rect">
            <a:avLst/>
          </a:prstGeom>
        </p:spPr>
      </p:pic>
    </p:spTree>
    <p:extLst>
      <p:ext uri="{BB962C8B-B14F-4D97-AF65-F5344CB8AC3E}">
        <p14:creationId xmlns:p14="http://schemas.microsoft.com/office/powerpoint/2010/main" val="1020065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0675D31-115C-439F-879E-5BB54F52B030}"/>
              </a:ext>
            </a:extLst>
          </p:cNvPr>
          <p:cNvSpPr>
            <a:spLocks noGrp="1"/>
          </p:cNvSpPr>
          <p:nvPr>
            <p:ph type="title"/>
          </p:nvPr>
        </p:nvSpPr>
        <p:spPr>
          <a:xfrm>
            <a:off x="1115568" y="548640"/>
            <a:ext cx="10168128" cy="1179576"/>
          </a:xfrm>
        </p:spPr>
        <p:txBody>
          <a:bodyPr>
            <a:normAutofit/>
          </a:bodyPr>
          <a:lstStyle/>
          <a:p>
            <a:r>
              <a:rPr lang="es-MX" sz="4000"/>
              <a:t>KMeans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29A91788-00CE-486E-A80E-8F4DB3190648}"/>
              </a:ext>
            </a:extLst>
          </p:cNvPr>
          <p:cNvSpPr>
            <a:spLocks noGrp="1"/>
          </p:cNvSpPr>
          <p:nvPr>
            <p:ph idx="1"/>
          </p:nvPr>
        </p:nvSpPr>
        <p:spPr>
          <a:xfrm>
            <a:off x="1115568" y="2481943"/>
            <a:ext cx="10168128" cy="3695020"/>
          </a:xfrm>
        </p:spPr>
        <p:txBody>
          <a:bodyPr>
            <a:normAutofit/>
          </a:bodyPr>
          <a:lstStyle/>
          <a:p>
            <a:r>
              <a:rPr lang="es-MX" sz="2000"/>
              <a:t>Funcionamiento</a:t>
            </a:r>
          </a:p>
          <a:p>
            <a:pPr lvl="1"/>
            <a:r>
              <a:rPr lang="es-MX" sz="2000"/>
              <a:t>Cada grupo tiene asociado un centroide  (centro geométrico del grupo). </a:t>
            </a:r>
          </a:p>
          <a:p>
            <a:pPr lvl="1"/>
            <a:r>
              <a:rPr lang="es-MX" sz="2000"/>
              <a:t>Los puntos se asignan al grupo cuyo centroide esté más cerca (utilizando cualquier métrica de distancia).</a:t>
            </a:r>
          </a:p>
          <a:p>
            <a:pPr lvl="1"/>
            <a:r>
              <a:rPr lang="es-MX" sz="2000"/>
              <a:t>Iterativamente, se van actualizando los centroides en función de las asignaciones de puntos a grupos, hasta que los centroides dejen de cambiar.</a:t>
            </a:r>
          </a:p>
          <a:p>
            <a:r>
              <a:rPr lang="es-MX" sz="2000"/>
              <a:t>Base teórica</a:t>
            </a:r>
          </a:p>
          <a:p>
            <a:pPr lvl="1"/>
            <a:r>
              <a:rPr lang="es-MX" sz="2000"/>
              <a:t>Algoritmo basado en la minimización de la distancia interna (suma de las distancias de los patrones asignados a un agrupamiento y su centroide). En realidad, se minimiza la suma de las distancias al cuadrado de cada patrón al centroide de su grupo.</a:t>
            </a:r>
          </a:p>
          <a:p>
            <a:endParaRPr lang="es-MX" sz="2000"/>
          </a:p>
        </p:txBody>
      </p:sp>
    </p:spTree>
    <p:extLst>
      <p:ext uri="{BB962C8B-B14F-4D97-AF65-F5344CB8AC3E}">
        <p14:creationId xmlns:p14="http://schemas.microsoft.com/office/powerpoint/2010/main" val="3144317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9" name="Rectangle 1038">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7989563-591A-4C61-92F7-D8200DD7604C}"/>
              </a:ext>
            </a:extLst>
          </p:cNvPr>
          <p:cNvSpPr>
            <a:spLocks noGrp="1"/>
          </p:cNvSpPr>
          <p:nvPr>
            <p:ph type="title"/>
          </p:nvPr>
        </p:nvSpPr>
        <p:spPr>
          <a:xfrm>
            <a:off x="841247" y="978619"/>
            <a:ext cx="3410712" cy="1106424"/>
          </a:xfrm>
        </p:spPr>
        <p:txBody>
          <a:bodyPr vert="horz" lIns="91440" tIns="45720" rIns="91440" bIns="45720" rtlCol="0">
            <a:normAutofit/>
          </a:bodyPr>
          <a:lstStyle/>
          <a:p>
            <a:r>
              <a:rPr lang="en-US" sz="2800"/>
              <a:t>Clasificación de datos</a:t>
            </a:r>
          </a:p>
        </p:txBody>
      </p:sp>
      <p:sp>
        <p:nvSpPr>
          <p:cNvPr id="1041" name="Rectangle 1040">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3" name="Rectangle 1042">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Marcador de contenido 3">
            <a:extLst>
              <a:ext uri="{FF2B5EF4-FFF2-40B4-BE49-F238E27FC236}">
                <a16:creationId xmlns:a16="http://schemas.microsoft.com/office/drawing/2014/main" id="{03A87D99-F417-3DF6-776A-A324257D4359}"/>
              </a:ext>
            </a:extLst>
          </p:cNvPr>
          <p:cNvSpPr>
            <a:spLocks noGrp="1"/>
          </p:cNvSpPr>
          <p:nvPr>
            <p:ph idx="1"/>
          </p:nvPr>
        </p:nvSpPr>
        <p:spPr>
          <a:xfrm>
            <a:off x="841248" y="2252870"/>
            <a:ext cx="3412219" cy="3560251"/>
          </a:xfrm>
        </p:spPr>
        <p:txBody>
          <a:bodyPr>
            <a:normAutofit/>
          </a:bodyPr>
          <a:lstStyle/>
          <a:p>
            <a:endParaRPr lang="es-MX" sz="1700"/>
          </a:p>
        </p:txBody>
      </p:sp>
      <p:pic>
        <p:nvPicPr>
          <p:cNvPr id="1032" name="Picture 8" descr="Clustering Metrics and Cluster Validity – Building Skills for Data Science">
            <a:extLst>
              <a:ext uri="{FF2B5EF4-FFF2-40B4-BE49-F238E27FC236}">
                <a16:creationId xmlns:a16="http://schemas.microsoft.com/office/drawing/2014/main" id="{7C7CD2A9-B55C-480B-8427-8719892675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p:blipFill>
        <p:spPr bwMode="auto">
          <a:xfrm>
            <a:off x="5120640" y="1123707"/>
            <a:ext cx="6656832" cy="4510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740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2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C48BDA-09CB-47F5-AF75-3CDC6B742C58}"/>
              </a:ext>
            </a:extLst>
          </p:cNvPr>
          <p:cNvSpPr>
            <a:spLocks noGrp="1"/>
          </p:cNvSpPr>
          <p:nvPr>
            <p:ph type="title"/>
          </p:nvPr>
        </p:nvSpPr>
        <p:spPr>
          <a:xfrm>
            <a:off x="411480" y="991443"/>
            <a:ext cx="4443154" cy="1087819"/>
          </a:xfrm>
        </p:spPr>
        <p:txBody>
          <a:bodyPr anchor="b">
            <a:normAutofit/>
          </a:bodyPr>
          <a:lstStyle/>
          <a:p>
            <a:r>
              <a:rPr lang="es-MX" sz="3400"/>
              <a:t>Motivación</a:t>
            </a:r>
          </a:p>
        </p:txBody>
      </p:sp>
      <p:sp>
        <p:nvSpPr>
          <p:cNvPr id="36" name="Rectangle 3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Marcador de contenido 6">
            <a:extLst>
              <a:ext uri="{FF2B5EF4-FFF2-40B4-BE49-F238E27FC236}">
                <a16:creationId xmlns:a16="http://schemas.microsoft.com/office/drawing/2014/main" id="{4FF35332-8441-655F-D9ED-D177525F4631}"/>
              </a:ext>
            </a:extLst>
          </p:cNvPr>
          <p:cNvSpPr>
            <a:spLocks noGrp="1"/>
          </p:cNvSpPr>
          <p:nvPr>
            <p:ph idx="1"/>
          </p:nvPr>
        </p:nvSpPr>
        <p:spPr>
          <a:xfrm>
            <a:off x="411480" y="2684095"/>
            <a:ext cx="4443154" cy="3492868"/>
          </a:xfrm>
        </p:spPr>
        <p:txBody>
          <a:bodyPr>
            <a:normAutofit/>
          </a:bodyPr>
          <a:lstStyle/>
          <a:p>
            <a:pPr marL="0" indent="0">
              <a:buNone/>
            </a:pPr>
            <a:r>
              <a:rPr lang="es-MX" sz="1800" dirty="0"/>
              <a:t>Clasificación: a partir de datos históricos, aprender las características de cada clase para predecir la pertenencia a dichas clases de elementos desconocidos.</a:t>
            </a:r>
          </a:p>
        </p:txBody>
      </p:sp>
      <p:pic>
        <p:nvPicPr>
          <p:cNvPr id="13" name="Picture 12" descr="Understanding Data Science Classification Metrics in Scikit-Learn in Python  | by Andrew Long | Towards Data Science">
            <a:extLst>
              <a:ext uri="{FF2B5EF4-FFF2-40B4-BE49-F238E27FC236}">
                <a16:creationId xmlns:a16="http://schemas.microsoft.com/office/drawing/2014/main" id="{BDFD2B90-E763-3280-1F4E-C40212B13A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9" b="-298"/>
          <a:stretch/>
        </p:blipFill>
        <p:spPr bwMode="auto">
          <a:xfrm>
            <a:off x="5435555" y="625683"/>
            <a:ext cx="6340946" cy="5551280"/>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628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4" name="Rectangle 3103">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31EE98-092E-47CC-A03D-D8AABB9E9D36}"/>
              </a:ext>
            </a:extLst>
          </p:cNvPr>
          <p:cNvSpPr>
            <a:spLocks noGrp="1"/>
          </p:cNvSpPr>
          <p:nvPr>
            <p:ph type="title"/>
          </p:nvPr>
        </p:nvSpPr>
        <p:spPr>
          <a:xfrm>
            <a:off x="851183" y="1143000"/>
            <a:ext cx="4846320" cy="2898648"/>
          </a:xfrm>
        </p:spPr>
        <p:txBody>
          <a:bodyPr vert="horz" lIns="91440" tIns="45720" rIns="91440" bIns="45720" rtlCol="0" anchor="b">
            <a:normAutofit/>
          </a:bodyPr>
          <a:lstStyle/>
          <a:p>
            <a:r>
              <a:rPr lang="en-US" sz="5400"/>
              <a:t>Motivación</a:t>
            </a:r>
          </a:p>
        </p:txBody>
      </p:sp>
      <p:sp>
        <p:nvSpPr>
          <p:cNvPr id="5" name="Marcador de contenido 4">
            <a:extLst>
              <a:ext uri="{FF2B5EF4-FFF2-40B4-BE49-F238E27FC236}">
                <a16:creationId xmlns:a16="http://schemas.microsoft.com/office/drawing/2014/main" id="{1616934D-1AAB-99B2-9652-039BB9DA718B}"/>
              </a:ext>
            </a:extLst>
          </p:cNvPr>
          <p:cNvSpPr>
            <a:spLocks noGrp="1"/>
          </p:cNvSpPr>
          <p:nvPr>
            <p:ph idx="1"/>
          </p:nvPr>
        </p:nvSpPr>
        <p:spPr>
          <a:xfrm>
            <a:off x="851183" y="4407408"/>
            <a:ext cx="4846320" cy="1335024"/>
          </a:xfrm>
        </p:spPr>
        <p:txBody>
          <a:bodyPr vert="horz" lIns="91440" tIns="45720" rIns="91440" bIns="45720" rtlCol="0">
            <a:normAutofit/>
          </a:bodyPr>
          <a:lstStyle/>
          <a:p>
            <a:pPr marL="0" indent="0">
              <a:buNone/>
            </a:pPr>
            <a:r>
              <a:rPr lang="en-US" sz="2400" dirty="0"/>
              <a:t>¿</a:t>
            </a:r>
            <a:r>
              <a:rPr lang="en-US" sz="2400" dirty="0" err="1"/>
              <a:t>Sobrevivirías</a:t>
            </a:r>
            <a:r>
              <a:rPr lang="en-US" sz="2400" dirty="0"/>
              <a:t> a la </a:t>
            </a:r>
            <a:r>
              <a:rPr lang="en-US" sz="2400" dirty="0" err="1"/>
              <a:t>catástrofe</a:t>
            </a:r>
            <a:r>
              <a:rPr lang="en-US" sz="2400" dirty="0"/>
              <a:t> del </a:t>
            </a:r>
            <a:r>
              <a:rPr lang="en-US" sz="2400" dirty="0" err="1"/>
              <a:t>hundimiento</a:t>
            </a:r>
            <a:r>
              <a:rPr lang="en-US" sz="2400" dirty="0"/>
              <a:t> del Titanic?</a:t>
            </a:r>
          </a:p>
        </p:txBody>
      </p:sp>
      <p:sp>
        <p:nvSpPr>
          <p:cNvPr id="3106" name="Rectangle 3105">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076" name="Picture 4" descr="Decision tree 1">
            <a:extLst>
              <a:ext uri="{FF2B5EF4-FFF2-40B4-BE49-F238E27FC236}">
                <a16:creationId xmlns:a16="http://schemas.microsoft.com/office/drawing/2014/main" id="{0A533995-C842-449E-9E16-81E087FEAC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17" r="4198"/>
          <a:stretch/>
        </p:blipFill>
        <p:spPr bwMode="auto">
          <a:xfrm>
            <a:off x="6260956" y="345173"/>
            <a:ext cx="5441001" cy="2837431"/>
          </a:xfrm>
          <a:prstGeom prst="rect">
            <a:avLst/>
          </a:prstGeom>
          <a:extLst>
            <a:ext uri="{909E8E84-426E-40DD-AFC4-6F175D3DCCD1}">
              <a14:hiddenFill xmlns:a14="http://schemas.microsoft.com/office/drawing/2010/main">
                <a:solidFill>
                  <a:srgbClr val="FFFFFF"/>
                </a:solidFill>
              </a14:hiddenFill>
            </a:ext>
          </a:extLst>
        </p:spPr>
      </p:pic>
      <p:sp>
        <p:nvSpPr>
          <p:cNvPr id="3108" name="Rectangle 3107">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8" name="Picture 6" descr="Hundimiento del RMS Titanic - Wikipedia, la enciclopedia libre">
            <a:extLst>
              <a:ext uri="{FF2B5EF4-FFF2-40B4-BE49-F238E27FC236}">
                <a16:creationId xmlns:a16="http://schemas.microsoft.com/office/drawing/2014/main" id="{54198955-7E89-4D65-9D8F-E58C0B7A2E4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686667" y="3522180"/>
            <a:ext cx="4589578" cy="3143861"/>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264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s-MX" sz="4000"/>
              <a:t>Clasificación</a:t>
            </a:r>
          </a:p>
        </p:txBody>
      </p:sp>
      <p:sp>
        <p:nvSpPr>
          <p:cNvPr id="17" name="Rectangle 1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Marcador de contenido 3">
            <a:extLst>
              <a:ext uri="{FF2B5EF4-FFF2-40B4-BE49-F238E27FC236}">
                <a16:creationId xmlns:a16="http://schemas.microsoft.com/office/drawing/2014/main" id="{64E573FF-19A3-0BE9-48D0-1BC8C6A52E7B}"/>
              </a:ext>
            </a:extLst>
          </p:cNvPr>
          <p:cNvGraphicFramePr>
            <a:graphicFrameLocks/>
          </p:cNvGraphicFramePr>
          <p:nvPr/>
        </p:nvGraphicFramePr>
        <p:xfrm>
          <a:off x="908304" y="2758172"/>
          <a:ext cx="5556739" cy="3415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a 6">
            <a:extLst>
              <a:ext uri="{FF2B5EF4-FFF2-40B4-BE49-F238E27FC236}">
                <a16:creationId xmlns:a16="http://schemas.microsoft.com/office/drawing/2014/main" id="{6237171C-773E-70C6-79AF-C77D10BA6EAC}"/>
              </a:ext>
            </a:extLst>
          </p:cNvPr>
          <p:cNvGraphicFramePr/>
          <p:nvPr/>
        </p:nvGraphicFramePr>
        <p:xfrm>
          <a:off x="5884751" y="2192330"/>
          <a:ext cx="5275385" cy="450536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83428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Freeform: Shape 2056">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59" name="Freeform: Shape 205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ítulo 3">
            <a:extLst>
              <a:ext uri="{FF2B5EF4-FFF2-40B4-BE49-F238E27FC236}">
                <a16:creationId xmlns:a16="http://schemas.microsoft.com/office/drawing/2014/main" id="{F367D4EA-4990-45A1-ABD6-95EDB96AAB7C}"/>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i="1" kern="1200">
                <a:solidFill>
                  <a:schemeClr val="tx1"/>
                </a:solidFill>
                <a:latin typeface="+mj-lt"/>
                <a:ea typeface="+mj-ea"/>
                <a:cs typeface="+mj-cs"/>
              </a:rPr>
              <a:t>k</a:t>
            </a:r>
            <a:r>
              <a:rPr lang="en-US" sz="4800" kern="1200">
                <a:solidFill>
                  <a:schemeClr val="tx1"/>
                </a:solidFill>
                <a:latin typeface="+mj-lt"/>
                <a:ea typeface="+mj-ea"/>
                <a:cs typeface="+mj-cs"/>
              </a:rPr>
              <a:t>-Vecinos Más Cercanos</a:t>
            </a:r>
          </a:p>
        </p:txBody>
      </p:sp>
      <p:sp>
        <p:nvSpPr>
          <p:cNvPr id="5" name="Marcador de texto 4">
            <a:extLst>
              <a:ext uri="{FF2B5EF4-FFF2-40B4-BE49-F238E27FC236}">
                <a16:creationId xmlns:a16="http://schemas.microsoft.com/office/drawing/2014/main" id="{8438281A-94A6-4733-9637-40DEDED36F66}"/>
              </a:ext>
            </a:extLst>
          </p:cNvPr>
          <p:cNvSpPr>
            <a:spLocks noGrp="1"/>
          </p:cNvSpPr>
          <p:nvPr>
            <p:ph type="body" idx="1"/>
          </p:nvPr>
        </p:nvSpPr>
        <p:spPr>
          <a:xfrm>
            <a:off x="477981" y="4872922"/>
            <a:ext cx="3933306" cy="1208141"/>
          </a:xfrm>
        </p:spPr>
        <p:txBody>
          <a:bodyPr vert="horz" lIns="91440" tIns="45720" rIns="91440" bIns="45720" rtlCol="0">
            <a:normAutofit/>
          </a:bodyPr>
          <a:lstStyle/>
          <a:p>
            <a:r>
              <a:rPr lang="en-US" sz="2000" i="1" kern="1200">
                <a:solidFill>
                  <a:schemeClr val="tx1"/>
                </a:solidFill>
                <a:latin typeface="+mn-lt"/>
                <a:ea typeface="+mn-ea"/>
                <a:cs typeface="+mn-cs"/>
              </a:rPr>
              <a:t>k</a:t>
            </a:r>
            <a:r>
              <a:rPr lang="en-US" sz="2000" kern="1200">
                <a:solidFill>
                  <a:schemeClr val="tx1"/>
                </a:solidFill>
                <a:latin typeface="+mn-lt"/>
                <a:ea typeface="+mn-ea"/>
                <a:cs typeface="+mn-cs"/>
              </a:rPr>
              <a:t>-Nearest Neighbors</a:t>
            </a:r>
          </a:p>
        </p:txBody>
      </p:sp>
      <p:sp>
        <p:nvSpPr>
          <p:cNvPr id="2061" name="Rectangle 206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3" name="Rectangle 206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Intelligent feature selection with modified K-nearest neighbor for kidney  transplantation prediction | SpringerLink">
            <a:extLst>
              <a:ext uri="{FF2B5EF4-FFF2-40B4-BE49-F238E27FC236}">
                <a16:creationId xmlns:a16="http://schemas.microsoft.com/office/drawing/2014/main" id="{7EBB51DC-E6FF-4A20-BF97-321EC7FF37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7" t="1" r="-634" b="1"/>
          <a:stretch/>
        </p:blipFill>
        <p:spPr bwMode="auto">
          <a:xfrm>
            <a:off x="5414356" y="649903"/>
            <a:ext cx="6408836" cy="5406941"/>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131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7255564" y="834888"/>
            <a:ext cx="4314645" cy="1268958"/>
          </a:xfrm>
        </p:spPr>
        <p:txBody>
          <a:bodyPr anchor="b">
            <a:normAutofit/>
          </a:bodyPr>
          <a:lstStyle/>
          <a:p>
            <a:r>
              <a:rPr lang="en-US" altLang="es-MX" sz="3200" i="1"/>
              <a:t>k</a:t>
            </a:r>
            <a:r>
              <a:rPr lang="en-US" altLang="es-MX" sz="3200"/>
              <a:t>-Vecinos Más Cercanos (kNN)</a:t>
            </a:r>
            <a:endParaRPr lang="es-MX" sz="3200"/>
          </a:p>
        </p:txBody>
      </p:sp>
      <p:pic>
        <p:nvPicPr>
          <p:cNvPr id="16" name="Picture 4" descr="Escritorio con elementos de productividad">
            <a:extLst>
              <a:ext uri="{FF2B5EF4-FFF2-40B4-BE49-F238E27FC236}">
                <a16:creationId xmlns:a16="http://schemas.microsoft.com/office/drawing/2014/main" id="{1179F942-6966-ABBC-698E-601723643CAA}"/>
              </a:ext>
            </a:extLst>
          </p:cNvPr>
          <p:cNvPicPr>
            <a:picLocks noChangeAspect="1"/>
          </p:cNvPicPr>
          <p:nvPr/>
        </p:nvPicPr>
        <p:blipFill rotWithShape="1">
          <a:blip r:embed="rId3"/>
          <a:srcRect l="24933" r="9684" b="-1"/>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3" name="Marcador de contenido 2">
            <a:extLst>
              <a:ext uri="{FF2B5EF4-FFF2-40B4-BE49-F238E27FC236}">
                <a16:creationId xmlns:a16="http://schemas.microsoft.com/office/drawing/2014/main" id="{969565F1-3CC9-4C0A-9F3A-B093E4A9660B}"/>
              </a:ext>
            </a:extLst>
          </p:cNvPr>
          <p:cNvSpPr>
            <a:spLocks noGrp="1"/>
          </p:cNvSpPr>
          <p:nvPr>
            <p:ph idx="1"/>
          </p:nvPr>
        </p:nvSpPr>
        <p:spPr>
          <a:xfrm>
            <a:off x="7255563" y="2557587"/>
            <a:ext cx="4314645" cy="3717317"/>
          </a:xfrm>
        </p:spPr>
        <p:txBody>
          <a:bodyPr anchor="t">
            <a:normAutofit/>
          </a:bodyPr>
          <a:lstStyle/>
          <a:p>
            <a:r>
              <a:rPr lang="es-MX" sz="1500"/>
              <a:t>Es uno de los algoritmos de clasificación más simples.</a:t>
            </a:r>
          </a:p>
          <a:p>
            <a:r>
              <a:rPr lang="es-MX" sz="1500"/>
              <a:t>No hace ninguna suposición sobre la distribución de datos subyacente, por lo que no hay una fase de aprendizaje (entrenamiento). </a:t>
            </a:r>
          </a:p>
          <a:p>
            <a:r>
              <a:rPr lang="es-MX" sz="1500"/>
              <a:t>kNN emplea todas las instancias conocidas para la clasificación. </a:t>
            </a:r>
          </a:p>
          <a:p>
            <a:r>
              <a:rPr lang="es-MX" sz="1500"/>
              <a:t>Todas las instancias se pueden representar como puntos en un espacio n-dimensional.</a:t>
            </a:r>
          </a:p>
          <a:p>
            <a:r>
              <a:rPr lang="es-MX" sz="1500"/>
              <a:t>La clasificación se realiza cuando llega una nueva instancia desconocida. Se realiza comparando los vectores de características de los diferentes puntos y la instancia de interés.</a:t>
            </a:r>
          </a:p>
        </p:txBody>
      </p:sp>
    </p:spTree>
    <p:extLst>
      <p:ext uri="{BB962C8B-B14F-4D97-AF65-F5344CB8AC3E}">
        <p14:creationId xmlns:p14="http://schemas.microsoft.com/office/powerpoint/2010/main" val="4041209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02" name="Rectangle 820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04" name="Rectangle 820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ítulo 2">
            <a:extLst>
              <a:ext uri="{FF2B5EF4-FFF2-40B4-BE49-F238E27FC236}">
                <a16:creationId xmlns:a16="http://schemas.microsoft.com/office/drawing/2014/main" id="{D5D042F6-17E4-46B2-B66F-69B52343B8AB}"/>
              </a:ext>
            </a:extLst>
          </p:cNvPr>
          <p:cNvSpPr>
            <a:spLocks noGrp="1"/>
          </p:cNvSpPr>
          <p:nvPr>
            <p:ph type="title"/>
          </p:nvPr>
        </p:nvSpPr>
        <p:spPr>
          <a:xfrm>
            <a:off x="1115568" y="548640"/>
            <a:ext cx="10168128" cy="1179576"/>
          </a:xfrm>
        </p:spPr>
        <p:txBody>
          <a:bodyPr>
            <a:normAutofit/>
          </a:bodyPr>
          <a:lstStyle/>
          <a:p>
            <a:r>
              <a:rPr lang="es-MX" sz="4000" dirty="0"/>
              <a:t>k-Vecinos Más Cercanos (kNN)</a:t>
            </a:r>
          </a:p>
        </p:txBody>
      </p:sp>
      <p:sp>
        <p:nvSpPr>
          <p:cNvPr id="8206" name="Rectangle 820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195" name="Content Placeholder 2">
            <a:extLst>
              <a:ext uri="{FF2B5EF4-FFF2-40B4-BE49-F238E27FC236}">
                <a16:creationId xmlns:a16="http://schemas.microsoft.com/office/drawing/2014/main" id="{3FB5EC3E-E04E-435F-82A8-CC2762821D0B}"/>
              </a:ext>
            </a:extLst>
          </p:cNvPr>
          <p:cNvSpPr>
            <a:spLocks noGrp="1"/>
          </p:cNvSpPr>
          <p:nvPr>
            <p:ph idx="1"/>
          </p:nvPr>
        </p:nvSpPr>
        <p:spPr>
          <a:xfrm>
            <a:off x="1115568" y="2481943"/>
            <a:ext cx="10168128" cy="3695020"/>
          </a:xfrm>
        </p:spPr>
        <p:txBody>
          <a:bodyPr>
            <a:normAutofit/>
          </a:bodyPr>
          <a:lstStyle/>
          <a:p>
            <a:r>
              <a:rPr lang="en-GB" altLang="en-US" sz="2200"/>
              <a:t>kNN</a:t>
            </a:r>
            <a:r>
              <a:rPr lang="en-GB" altLang="en-US" sz="2200" dirty="0"/>
              <a:t> se </a:t>
            </a:r>
            <a:r>
              <a:rPr lang="en-GB" altLang="en-US" sz="2200"/>
              <a:t>basa</a:t>
            </a:r>
            <a:r>
              <a:rPr lang="en-GB" altLang="en-US" sz="2200" dirty="0"/>
              <a:t> </a:t>
            </a:r>
            <a:r>
              <a:rPr lang="en-GB" altLang="en-US" sz="2200"/>
              <a:t>en</a:t>
            </a:r>
            <a:r>
              <a:rPr lang="en-GB" altLang="en-US" sz="2200" dirty="0"/>
              <a:t> la </a:t>
            </a:r>
            <a:r>
              <a:rPr lang="en-GB" altLang="en-US" sz="2200"/>
              <a:t>semejanza</a:t>
            </a:r>
            <a:r>
              <a:rPr lang="en-GB" altLang="en-US" sz="2200" dirty="0"/>
              <a:t> de las </a:t>
            </a:r>
            <a:r>
              <a:rPr lang="en-GB" altLang="en-US" sz="2200"/>
              <a:t>características</a:t>
            </a:r>
            <a:r>
              <a:rPr lang="en-GB" altLang="en-US" sz="2200" dirty="0"/>
              <a:t> de las </a:t>
            </a:r>
            <a:r>
              <a:rPr lang="en-GB" altLang="en-US" sz="2200"/>
              <a:t>instancias</a:t>
            </a:r>
            <a:r>
              <a:rPr lang="en-GB" altLang="en-US" sz="2200" dirty="0"/>
              <a:t>.</a:t>
            </a:r>
          </a:p>
          <a:p>
            <a:pPr lvl="1"/>
            <a:r>
              <a:rPr lang="es-ES" sz="2200" dirty="0"/>
              <a:t>La semejanza de las características de la instancia desconocida con el conjunto de entrenamiento determina cómo se clasificará la muestra desconocida.</a:t>
            </a:r>
          </a:p>
          <a:p>
            <a:r>
              <a:rPr lang="es-ES" sz="2200" dirty="0"/>
              <a:t>Regla de los vecinos más cercanos:</a:t>
            </a:r>
          </a:p>
          <a:p>
            <a:pPr lvl="1"/>
            <a:r>
              <a:rPr lang="en-US" altLang="en-US" sz="2200"/>
              <a:t>Encontrar</a:t>
            </a:r>
            <a:r>
              <a:rPr lang="en-US" altLang="en-US" sz="2200" dirty="0"/>
              <a:t> </a:t>
            </a:r>
            <a:r>
              <a:rPr lang="en-US" altLang="en-US" sz="2200"/>
              <a:t>el</a:t>
            </a:r>
            <a:r>
              <a:rPr lang="en-US" altLang="en-US" sz="2200" dirty="0"/>
              <a:t> punto </a:t>
            </a:r>
            <a:r>
              <a:rPr lang="en-US" altLang="en-US" sz="2200" i="1" dirty="0"/>
              <a:t>y</a:t>
            </a:r>
            <a:r>
              <a:rPr lang="en-US" altLang="en-US" sz="2200" dirty="0"/>
              <a:t> </a:t>
            </a:r>
            <a:r>
              <a:rPr lang="en-US" altLang="en-US" sz="2200"/>
              <a:t>en</a:t>
            </a:r>
            <a:r>
              <a:rPr lang="en-US" altLang="en-US" sz="2200" dirty="0"/>
              <a:t> X que sea </a:t>
            </a:r>
            <a:r>
              <a:rPr lang="en-US" altLang="en-US" sz="2200"/>
              <a:t>el</a:t>
            </a:r>
            <a:r>
              <a:rPr lang="en-US" altLang="en-US" sz="2200" dirty="0"/>
              <a:t> </a:t>
            </a:r>
            <a:r>
              <a:rPr lang="en-US" altLang="en-US" sz="2200"/>
              <a:t>más</a:t>
            </a:r>
            <a:r>
              <a:rPr lang="en-US" altLang="en-US" sz="2200" dirty="0"/>
              <a:t> </a:t>
            </a:r>
            <a:r>
              <a:rPr lang="en-US" altLang="en-US" sz="2200"/>
              <a:t>cercano</a:t>
            </a:r>
            <a:r>
              <a:rPr lang="en-US" altLang="en-US" sz="2200" dirty="0"/>
              <a:t> a </a:t>
            </a:r>
            <a:r>
              <a:rPr lang="en-US" altLang="en-US" sz="2200" i="1" dirty="0"/>
              <a:t>x</a:t>
            </a:r>
            <a:r>
              <a:rPr lang="en-US" altLang="en-US" sz="2200" dirty="0"/>
              <a:t>.</a:t>
            </a:r>
          </a:p>
          <a:p>
            <a:pPr lvl="1"/>
            <a:r>
              <a:rPr lang="en-US" altLang="en-US" sz="2200"/>
              <a:t>Asignar</a:t>
            </a:r>
            <a:r>
              <a:rPr lang="en-US" altLang="en-US" sz="2200" dirty="0"/>
              <a:t> la </a:t>
            </a:r>
            <a:r>
              <a:rPr lang="en-US" altLang="en-US" sz="2200"/>
              <a:t>clase</a:t>
            </a:r>
            <a:r>
              <a:rPr lang="en-US" altLang="en-US" sz="2200" dirty="0"/>
              <a:t> de </a:t>
            </a:r>
            <a:r>
              <a:rPr lang="en-US" altLang="en-US" sz="2200" i="1" dirty="0"/>
              <a:t>x</a:t>
            </a:r>
            <a:r>
              <a:rPr lang="en-US" altLang="en-US" sz="2200" dirty="0"/>
              <a:t> a </a:t>
            </a:r>
            <a:r>
              <a:rPr lang="en-US" altLang="en-US" sz="2200" i="1" dirty="0"/>
              <a:t>y</a:t>
            </a:r>
            <a:r>
              <a:rPr lang="en-US" altLang="en-US" sz="2200" dirty="0"/>
              <a:t>.</a:t>
            </a:r>
          </a:p>
          <a:p>
            <a:endParaRPr lang="en-GB" alt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B8374A-2D1A-4BA6-A2AC-6A47D290F5E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k-Vecinos Más Cercanos (kNN)</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3" descr="Snapshot 2005-11-03 15-11-07">
            <a:extLst>
              <a:ext uri="{FF2B5EF4-FFF2-40B4-BE49-F238E27FC236}">
                <a16:creationId xmlns:a16="http://schemas.microsoft.com/office/drawing/2014/main" id="{2AFA3C7E-C9EA-4F8C-B0A3-6B49D46BD8E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6523"/>
          <a:stretch/>
        </p:blipFill>
        <p:spPr bwMode="auto">
          <a:xfrm>
            <a:off x="5406232" y="625683"/>
            <a:ext cx="5763115" cy="545538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2681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n-US" altLang="es-MX" sz="4000"/>
              <a:t>1-Vecino Más Cercano (1-NN)</a:t>
            </a:r>
            <a:endParaRPr lang="es-MX" sz="4000"/>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 name="Oval 14">
            <a:extLst>
              <a:ext uri="{FF2B5EF4-FFF2-40B4-BE49-F238E27FC236}">
                <a16:creationId xmlns:a16="http://schemas.microsoft.com/office/drawing/2014/main" id="{D491B37E-DF34-325D-156B-4C60269C2933}"/>
              </a:ext>
            </a:extLst>
          </p:cNvPr>
          <p:cNvSpPr>
            <a:spLocks noChangeArrowheads="1"/>
          </p:cNvSpPr>
          <p:nvPr/>
        </p:nvSpPr>
        <p:spPr bwMode="auto">
          <a:xfrm>
            <a:off x="5808783" y="3792416"/>
            <a:ext cx="3048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36" name="Oval 12">
            <a:extLst>
              <a:ext uri="{FF2B5EF4-FFF2-40B4-BE49-F238E27FC236}">
                <a16:creationId xmlns:a16="http://schemas.microsoft.com/office/drawing/2014/main" id="{E638D398-391A-BECB-D25E-3284C470E1FF}"/>
              </a:ext>
            </a:extLst>
          </p:cNvPr>
          <p:cNvSpPr>
            <a:spLocks noChangeArrowheads="1"/>
          </p:cNvSpPr>
          <p:nvPr/>
        </p:nvSpPr>
        <p:spPr bwMode="auto">
          <a:xfrm>
            <a:off x="5181600" y="4953000"/>
            <a:ext cx="3048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38" name="Oval 7">
            <a:extLst>
              <a:ext uri="{FF2B5EF4-FFF2-40B4-BE49-F238E27FC236}">
                <a16:creationId xmlns:a16="http://schemas.microsoft.com/office/drawing/2014/main" id="{DAB545E9-D7DA-7870-1F69-2B18338C294D}"/>
              </a:ext>
            </a:extLst>
          </p:cNvPr>
          <p:cNvSpPr>
            <a:spLocks noChangeArrowheads="1"/>
          </p:cNvSpPr>
          <p:nvPr/>
        </p:nvSpPr>
        <p:spPr bwMode="auto">
          <a:xfrm>
            <a:off x="4648200" y="35814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39" name="Oval 9">
            <a:extLst>
              <a:ext uri="{FF2B5EF4-FFF2-40B4-BE49-F238E27FC236}">
                <a16:creationId xmlns:a16="http://schemas.microsoft.com/office/drawing/2014/main" id="{78C04414-B5F0-4C5C-9D11-D18E788DABB3}"/>
              </a:ext>
            </a:extLst>
          </p:cNvPr>
          <p:cNvSpPr>
            <a:spLocks noChangeArrowheads="1"/>
          </p:cNvSpPr>
          <p:nvPr/>
        </p:nvSpPr>
        <p:spPr bwMode="auto">
          <a:xfrm>
            <a:off x="7179388" y="3174024"/>
            <a:ext cx="2286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40" name="Oval 10">
            <a:extLst>
              <a:ext uri="{FF2B5EF4-FFF2-40B4-BE49-F238E27FC236}">
                <a16:creationId xmlns:a16="http://schemas.microsoft.com/office/drawing/2014/main" id="{352FBFA2-BB0C-A465-906A-A170A05C7E4B}"/>
              </a:ext>
            </a:extLst>
          </p:cNvPr>
          <p:cNvSpPr>
            <a:spLocks noChangeArrowheads="1"/>
          </p:cNvSpPr>
          <p:nvPr/>
        </p:nvSpPr>
        <p:spPr bwMode="auto">
          <a:xfrm>
            <a:off x="5029200" y="27432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1" name="Oval 11">
            <a:extLst>
              <a:ext uri="{FF2B5EF4-FFF2-40B4-BE49-F238E27FC236}">
                <a16:creationId xmlns:a16="http://schemas.microsoft.com/office/drawing/2014/main" id="{0CCC9285-6D0E-F035-A603-DFB3D63FDC7A}"/>
              </a:ext>
            </a:extLst>
          </p:cNvPr>
          <p:cNvSpPr>
            <a:spLocks noChangeArrowheads="1"/>
          </p:cNvSpPr>
          <p:nvPr/>
        </p:nvSpPr>
        <p:spPr bwMode="auto">
          <a:xfrm>
            <a:off x="6400800" y="2971800"/>
            <a:ext cx="228600" cy="228600"/>
          </a:xfrm>
          <a:prstGeom prst="ellipse">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2" name="Oval 13">
            <a:extLst>
              <a:ext uri="{FF2B5EF4-FFF2-40B4-BE49-F238E27FC236}">
                <a16:creationId xmlns:a16="http://schemas.microsoft.com/office/drawing/2014/main" id="{268FBD05-CA30-0169-EA5E-1E2CC58652B1}"/>
              </a:ext>
            </a:extLst>
          </p:cNvPr>
          <p:cNvSpPr>
            <a:spLocks noChangeArrowheads="1"/>
          </p:cNvSpPr>
          <p:nvPr/>
        </p:nvSpPr>
        <p:spPr bwMode="auto">
          <a:xfrm>
            <a:off x="3657600" y="44958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3" name="Oval 14">
            <a:extLst>
              <a:ext uri="{FF2B5EF4-FFF2-40B4-BE49-F238E27FC236}">
                <a16:creationId xmlns:a16="http://schemas.microsoft.com/office/drawing/2014/main" id="{1705E425-4721-5CDB-4E64-26644DF963C2}"/>
              </a:ext>
            </a:extLst>
          </p:cNvPr>
          <p:cNvSpPr>
            <a:spLocks noChangeArrowheads="1"/>
          </p:cNvSpPr>
          <p:nvPr/>
        </p:nvSpPr>
        <p:spPr bwMode="auto">
          <a:xfrm>
            <a:off x="6477000" y="50292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 name="Oval 18">
            <a:extLst>
              <a:ext uri="{FF2B5EF4-FFF2-40B4-BE49-F238E27FC236}">
                <a16:creationId xmlns:a16="http://schemas.microsoft.com/office/drawing/2014/main" id="{7BD94D89-EF30-120F-7B3E-85A90CCDD2E0}"/>
              </a:ext>
            </a:extLst>
          </p:cNvPr>
          <p:cNvSpPr>
            <a:spLocks noChangeArrowheads="1"/>
          </p:cNvSpPr>
          <p:nvPr/>
        </p:nvSpPr>
        <p:spPr bwMode="auto">
          <a:xfrm flipV="1">
            <a:off x="6271846" y="3358663"/>
            <a:ext cx="304800" cy="1524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cxnSp>
        <p:nvCxnSpPr>
          <p:cNvPr id="45" name="Conector recto de flecha 44">
            <a:extLst>
              <a:ext uri="{FF2B5EF4-FFF2-40B4-BE49-F238E27FC236}">
                <a16:creationId xmlns:a16="http://schemas.microsoft.com/office/drawing/2014/main" id="{499A5515-430C-5FCE-F23D-901641505E5F}"/>
              </a:ext>
            </a:extLst>
          </p:cNvPr>
          <p:cNvCxnSpPr/>
          <p:nvPr/>
        </p:nvCxnSpPr>
        <p:spPr>
          <a:xfrm>
            <a:off x="1817077" y="4255477"/>
            <a:ext cx="8288215"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B0870906-16EF-E1D3-2AA1-150C5500EED8}"/>
              </a:ext>
            </a:extLst>
          </p:cNvPr>
          <p:cNvCxnSpPr/>
          <p:nvPr/>
        </p:nvCxnSpPr>
        <p:spPr>
          <a:xfrm flipV="1">
            <a:off x="5650523" y="2039815"/>
            <a:ext cx="0" cy="4137148"/>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97034D17-99E4-A313-7DCD-56F04FA48703}"/>
              </a:ext>
            </a:extLst>
          </p:cNvPr>
          <p:cNvSpPr txBox="1"/>
          <p:nvPr/>
        </p:nvSpPr>
        <p:spPr>
          <a:xfrm>
            <a:off x="6377360" y="2919048"/>
            <a:ext cx="292068" cy="369332"/>
          </a:xfrm>
          <a:prstGeom prst="rect">
            <a:avLst/>
          </a:prstGeom>
          <a:noFill/>
        </p:spPr>
        <p:txBody>
          <a:bodyPr wrap="none" rtlCol="0">
            <a:spAutoFit/>
          </a:bodyPr>
          <a:lstStyle/>
          <a:p>
            <a:r>
              <a:rPr lang="es-MX" b="1" dirty="0">
                <a:solidFill>
                  <a:srgbClr val="FF0000"/>
                </a:solidFill>
              </a:rPr>
              <a:t>?</a:t>
            </a:r>
          </a:p>
        </p:txBody>
      </p:sp>
    </p:spTree>
    <p:extLst>
      <p:ext uri="{BB962C8B-B14F-4D97-AF65-F5344CB8AC3E}">
        <p14:creationId xmlns:p14="http://schemas.microsoft.com/office/powerpoint/2010/main" val="2591878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n-US" altLang="es-MX" sz="4000"/>
              <a:t>1-Vecino Más Cercano (1-NN)</a:t>
            </a:r>
            <a:endParaRPr lang="es-MX" sz="4000"/>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 name="Oval 14">
            <a:extLst>
              <a:ext uri="{FF2B5EF4-FFF2-40B4-BE49-F238E27FC236}">
                <a16:creationId xmlns:a16="http://schemas.microsoft.com/office/drawing/2014/main" id="{D491B37E-DF34-325D-156B-4C60269C2933}"/>
              </a:ext>
            </a:extLst>
          </p:cNvPr>
          <p:cNvSpPr>
            <a:spLocks noChangeArrowheads="1"/>
          </p:cNvSpPr>
          <p:nvPr/>
        </p:nvSpPr>
        <p:spPr bwMode="auto">
          <a:xfrm>
            <a:off x="5808783" y="3792416"/>
            <a:ext cx="3048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36" name="Oval 12">
            <a:extLst>
              <a:ext uri="{FF2B5EF4-FFF2-40B4-BE49-F238E27FC236}">
                <a16:creationId xmlns:a16="http://schemas.microsoft.com/office/drawing/2014/main" id="{E638D398-391A-BECB-D25E-3284C470E1FF}"/>
              </a:ext>
            </a:extLst>
          </p:cNvPr>
          <p:cNvSpPr>
            <a:spLocks noChangeArrowheads="1"/>
          </p:cNvSpPr>
          <p:nvPr/>
        </p:nvSpPr>
        <p:spPr bwMode="auto">
          <a:xfrm>
            <a:off x="5181600" y="4953000"/>
            <a:ext cx="3048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37" name="Oval 15">
            <a:extLst>
              <a:ext uri="{FF2B5EF4-FFF2-40B4-BE49-F238E27FC236}">
                <a16:creationId xmlns:a16="http://schemas.microsoft.com/office/drawing/2014/main" id="{FD437D82-C231-E2BE-3CAD-7B37F5E0D245}"/>
              </a:ext>
            </a:extLst>
          </p:cNvPr>
          <p:cNvSpPr>
            <a:spLocks noChangeArrowheads="1"/>
          </p:cNvSpPr>
          <p:nvPr/>
        </p:nvSpPr>
        <p:spPr bwMode="auto">
          <a:xfrm>
            <a:off x="5867400" y="2444264"/>
            <a:ext cx="1295400" cy="1295400"/>
          </a:xfrm>
          <a:prstGeom prst="ellipse">
            <a:avLst/>
          </a:prstGeom>
          <a:noFill/>
          <a:ln w="9525">
            <a:solidFill>
              <a:schemeClr val="tx1"/>
            </a:solidFill>
            <a:miter lim="800000"/>
            <a:headEnd/>
            <a:tailEnd/>
          </a:ln>
          <a:effectLst/>
        </p:spPr>
        <p:txBody>
          <a:bodyPr wrap="none" anchor="ctr"/>
          <a:lstStyle/>
          <a:p>
            <a:endParaRPr lang="es-MX"/>
          </a:p>
        </p:txBody>
      </p:sp>
      <p:sp>
        <p:nvSpPr>
          <p:cNvPr id="38" name="Oval 7">
            <a:extLst>
              <a:ext uri="{FF2B5EF4-FFF2-40B4-BE49-F238E27FC236}">
                <a16:creationId xmlns:a16="http://schemas.microsoft.com/office/drawing/2014/main" id="{DAB545E9-D7DA-7870-1F69-2B18338C294D}"/>
              </a:ext>
            </a:extLst>
          </p:cNvPr>
          <p:cNvSpPr>
            <a:spLocks noChangeArrowheads="1"/>
          </p:cNvSpPr>
          <p:nvPr/>
        </p:nvSpPr>
        <p:spPr bwMode="auto">
          <a:xfrm>
            <a:off x="4648200" y="35814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39" name="Oval 9">
            <a:extLst>
              <a:ext uri="{FF2B5EF4-FFF2-40B4-BE49-F238E27FC236}">
                <a16:creationId xmlns:a16="http://schemas.microsoft.com/office/drawing/2014/main" id="{78C04414-B5F0-4C5C-9D11-D18E788DABB3}"/>
              </a:ext>
            </a:extLst>
          </p:cNvPr>
          <p:cNvSpPr>
            <a:spLocks noChangeArrowheads="1"/>
          </p:cNvSpPr>
          <p:nvPr/>
        </p:nvSpPr>
        <p:spPr bwMode="auto">
          <a:xfrm>
            <a:off x="7179388" y="3174024"/>
            <a:ext cx="2286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40" name="Oval 10">
            <a:extLst>
              <a:ext uri="{FF2B5EF4-FFF2-40B4-BE49-F238E27FC236}">
                <a16:creationId xmlns:a16="http://schemas.microsoft.com/office/drawing/2014/main" id="{352FBFA2-BB0C-A465-906A-A170A05C7E4B}"/>
              </a:ext>
            </a:extLst>
          </p:cNvPr>
          <p:cNvSpPr>
            <a:spLocks noChangeArrowheads="1"/>
          </p:cNvSpPr>
          <p:nvPr/>
        </p:nvSpPr>
        <p:spPr bwMode="auto">
          <a:xfrm>
            <a:off x="5029200" y="27432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1" name="Oval 11">
            <a:extLst>
              <a:ext uri="{FF2B5EF4-FFF2-40B4-BE49-F238E27FC236}">
                <a16:creationId xmlns:a16="http://schemas.microsoft.com/office/drawing/2014/main" id="{0CCC9285-6D0E-F035-A603-DFB3D63FDC7A}"/>
              </a:ext>
            </a:extLst>
          </p:cNvPr>
          <p:cNvSpPr>
            <a:spLocks noChangeArrowheads="1"/>
          </p:cNvSpPr>
          <p:nvPr/>
        </p:nvSpPr>
        <p:spPr bwMode="auto">
          <a:xfrm>
            <a:off x="6400800" y="2971800"/>
            <a:ext cx="228600" cy="228600"/>
          </a:xfrm>
          <a:prstGeom prst="ellipse">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2" name="Oval 13">
            <a:extLst>
              <a:ext uri="{FF2B5EF4-FFF2-40B4-BE49-F238E27FC236}">
                <a16:creationId xmlns:a16="http://schemas.microsoft.com/office/drawing/2014/main" id="{268FBD05-CA30-0169-EA5E-1E2CC58652B1}"/>
              </a:ext>
            </a:extLst>
          </p:cNvPr>
          <p:cNvSpPr>
            <a:spLocks noChangeArrowheads="1"/>
          </p:cNvSpPr>
          <p:nvPr/>
        </p:nvSpPr>
        <p:spPr bwMode="auto">
          <a:xfrm>
            <a:off x="3657600" y="44958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3" name="Oval 14">
            <a:extLst>
              <a:ext uri="{FF2B5EF4-FFF2-40B4-BE49-F238E27FC236}">
                <a16:creationId xmlns:a16="http://schemas.microsoft.com/office/drawing/2014/main" id="{1705E425-4721-5CDB-4E64-26644DF963C2}"/>
              </a:ext>
            </a:extLst>
          </p:cNvPr>
          <p:cNvSpPr>
            <a:spLocks noChangeArrowheads="1"/>
          </p:cNvSpPr>
          <p:nvPr/>
        </p:nvSpPr>
        <p:spPr bwMode="auto">
          <a:xfrm>
            <a:off x="6477000" y="50292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 name="Oval 18">
            <a:extLst>
              <a:ext uri="{FF2B5EF4-FFF2-40B4-BE49-F238E27FC236}">
                <a16:creationId xmlns:a16="http://schemas.microsoft.com/office/drawing/2014/main" id="{7BD94D89-EF30-120F-7B3E-85A90CCDD2E0}"/>
              </a:ext>
            </a:extLst>
          </p:cNvPr>
          <p:cNvSpPr>
            <a:spLocks noChangeArrowheads="1"/>
          </p:cNvSpPr>
          <p:nvPr/>
        </p:nvSpPr>
        <p:spPr bwMode="auto">
          <a:xfrm flipV="1">
            <a:off x="6271846" y="3358663"/>
            <a:ext cx="304800" cy="1524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cxnSp>
        <p:nvCxnSpPr>
          <p:cNvPr id="45" name="Conector recto de flecha 44">
            <a:extLst>
              <a:ext uri="{FF2B5EF4-FFF2-40B4-BE49-F238E27FC236}">
                <a16:creationId xmlns:a16="http://schemas.microsoft.com/office/drawing/2014/main" id="{499A5515-430C-5FCE-F23D-901641505E5F}"/>
              </a:ext>
            </a:extLst>
          </p:cNvPr>
          <p:cNvCxnSpPr/>
          <p:nvPr/>
        </p:nvCxnSpPr>
        <p:spPr>
          <a:xfrm>
            <a:off x="1817077" y="4255477"/>
            <a:ext cx="8288215"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B0870906-16EF-E1D3-2AA1-150C5500EED8}"/>
              </a:ext>
            </a:extLst>
          </p:cNvPr>
          <p:cNvCxnSpPr/>
          <p:nvPr/>
        </p:nvCxnSpPr>
        <p:spPr>
          <a:xfrm flipV="1">
            <a:off x="5650523" y="2039815"/>
            <a:ext cx="0" cy="4137148"/>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97034D17-99E4-A313-7DCD-56F04FA48703}"/>
              </a:ext>
            </a:extLst>
          </p:cNvPr>
          <p:cNvSpPr txBox="1"/>
          <p:nvPr/>
        </p:nvSpPr>
        <p:spPr>
          <a:xfrm>
            <a:off x="6377360" y="2919048"/>
            <a:ext cx="292068" cy="369332"/>
          </a:xfrm>
          <a:prstGeom prst="rect">
            <a:avLst/>
          </a:prstGeom>
          <a:noFill/>
        </p:spPr>
        <p:txBody>
          <a:bodyPr wrap="none" rtlCol="0">
            <a:spAutoFit/>
          </a:bodyPr>
          <a:lstStyle/>
          <a:p>
            <a:r>
              <a:rPr lang="es-MX" b="1" dirty="0">
                <a:solidFill>
                  <a:srgbClr val="FF0000"/>
                </a:solidFill>
              </a:rPr>
              <a:t>?</a:t>
            </a:r>
          </a:p>
        </p:txBody>
      </p:sp>
      <p:cxnSp>
        <p:nvCxnSpPr>
          <p:cNvPr id="48" name="Conector recto 47">
            <a:extLst>
              <a:ext uri="{FF2B5EF4-FFF2-40B4-BE49-F238E27FC236}">
                <a16:creationId xmlns:a16="http://schemas.microsoft.com/office/drawing/2014/main" id="{24FD3BF4-E80E-3515-616A-DF613014C707}"/>
              </a:ext>
            </a:extLst>
          </p:cNvPr>
          <p:cNvCxnSpPr/>
          <p:nvPr/>
        </p:nvCxnSpPr>
        <p:spPr>
          <a:xfrm>
            <a:off x="6515100" y="3091964"/>
            <a:ext cx="6477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49" name="CuadroTexto 48">
            <a:extLst>
              <a:ext uri="{FF2B5EF4-FFF2-40B4-BE49-F238E27FC236}">
                <a16:creationId xmlns:a16="http://schemas.microsoft.com/office/drawing/2014/main" id="{82629A7A-123C-8CAA-1E15-8AD9F1AFCA9C}"/>
              </a:ext>
            </a:extLst>
          </p:cNvPr>
          <p:cNvSpPr txBox="1"/>
          <p:nvPr/>
        </p:nvSpPr>
        <p:spPr>
          <a:xfrm>
            <a:off x="6594231" y="2713841"/>
            <a:ext cx="537327" cy="369332"/>
          </a:xfrm>
          <a:prstGeom prst="rect">
            <a:avLst/>
          </a:prstGeom>
          <a:noFill/>
        </p:spPr>
        <p:txBody>
          <a:bodyPr wrap="none" rtlCol="0">
            <a:spAutoFit/>
          </a:bodyPr>
          <a:lstStyle/>
          <a:p>
            <a:r>
              <a:rPr lang="es-MX" dirty="0"/>
              <a:t>k=1</a:t>
            </a:r>
          </a:p>
        </p:txBody>
      </p:sp>
    </p:spTree>
    <p:extLst>
      <p:ext uri="{BB962C8B-B14F-4D97-AF65-F5344CB8AC3E}">
        <p14:creationId xmlns:p14="http://schemas.microsoft.com/office/powerpoint/2010/main" val="415434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9"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n-US" altLang="es-MX" sz="4000"/>
              <a:t>1-Vecino Más Cercano (1-NN)</a:t>
            </a:r>
            <a:endParaRPr lang="es-MX" sz="4000"/>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Oval 12">
            <a:extLst>
              <a:ext uri="{FF2B5EF4-FFF2-40B4-BE49-F238E27FC236}">
                <a16:creationId xmlns:a16="http://schemas.microsoft.com/office/drawing/2014/main" id="{164C6F8E-C9CF-6B52-E411-6FE605DD63F6}"/>
              </a:ext>
            </a:extLst>
          </p:cNvPr>
          <p:cNvSpPr>
            <a:spLocks noChangeArrowheads="1"/>
          </p:cNvSpPr>
          <p:nvPr/>
        </p:nvSpPr>
        <p:spPr bwMode="auto">
          <a:xfrm>
            <a:off x="5181600" y="4953000"/>
            <a:ext cx="3048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 name="Oval 15">
            <a:extLst>
              <a:ext uri="{FF2B5EF4-FFF2-40B4-BE49-F238E27FC236}">
                <a16:creationId xmlns:a16="http://schemas.microsoft.com/office/drawing/2014/main" id="{550F793D-F76D-D597-7EE3-D589C567A2B1}"/>
              </a:ext>
            </a:extLst>
          </p:cNvPr>
          <p:cNvSpPr>
            <a:spLocks noChangeArrowheads="1"/>
          </p:cNvSpPr>
          <p:nvPr/>
        </p:nvSpPr>
        <p:spPr bwMode="auto">
          <a:xfrm>
            <a:off x="5867400" y="2444264"/>
            <a:ext cx="1295400" cy="1295400"/>
          </a:xfrm>
          <a:prstGeom prst="ellipse">
            <a:avLst/>
          </a:prstGeom>
          <a:noFill/>
          <a:ln w="9525">
            <a:solidFill>
              <a:schemeClr val="tx1"/>
            </a:solidFill>
            <a:miter lim="800000"/>
            <a:headEnd/>
            <a:tailEnd/>
          </a:ln>
          <a:effectLst/>
        </p:spPr>
        <p:txBody>
          <a:bodyPr wrap="none" anchor="ctr"/>
          <a:lstStyle/>
          <a:p>
            <a:endParaRPr lang="es-MX"/>
          </a:p>
        </p:txBody>
      </p:sp>
      <p:sp>
        <p:nvSpPr>
          <p:cNvPr id="6" name="Oval 7">
            <a:extLst>
              <a:ext uri="{FF2B5EF4-FFF2-40B4-BE49-F238E27FC236}">
                <a16:creationId xmlns:a16="http://schemas.microsoft.com/office/drawing/2014/main" id="{F532098E-25D4-A8DE-DB0A-20F75EC5E9C0}"/>
              </a:ext>
            </a:extLst>
          </p:cNvPr>
          <p:cNvSpPr>
            <a:spLocks noChangeArrowheads="1"/>
          </p:cNvSpPr>
          <p:nvPr/>
        </p:nvSpPr>
        <p:spPr bwMode="auto">
          <a:xfrm>
            <a:off x="4648200" y="35814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7" name="Oval 9">
            <a:extLst>
              <a:ext uri="{FF2B5EF4-FFF2-40B4-BE49-F238E27FC236}">
                <a16:creationId xmlns:a16="http://schemas.microsoft.com/office/drawing/2014/main" id="{FE93AA7E-AB37-8A9D-8E1E-C3340D7539E3}"/>
              </a:ext>
            </a:extLst>
          </p:cNvPr>
          <p:cNvSpPr>
            <a:spLocks noChangeArrowheads="1"/>
          </p:cNvSpPr>
          <p:nvPr/>
        </p:nvSpPr>
        <p:spPr bwMode="auto">
          <a:xfrm>
            <a:off x="7179388" y="3174024"/>
            <a:ext cx="2286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8" name="Oval 10">
            <a:extLst>
              <a:ext uri="{FF2B5EF4-FFF2-40B4-BE49-F238E27FC236}">
                <a16:creationId xmlns:a16="http://schemas.microsoft.com/office/drawing/2014/main" id="{A62B6D4A-A4FF-FC25-5B13-068252677206}"/>
              </a:ext>
            </a:extLst>
          </p:cNvPr>
          <p:cNvSpPr>
            <a:spLocks noChangeArrowheads="1"/>
          </p:cNvSpPr>
          <p:nvPr/>
        </p:nvSpPr>
        <p:spPr bwMode="auto">
          <a:xfrm>
            <a:off x="5029200" y="27432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9" name="Oval 11">
            <a:extLst>
              <a:ext uri="{FF2B5EF4-FFF2-40B4-BE49-F238E27FC236}">
                <a16:creationId xmlns:a16="http://schemas.microsoft.com/office/drawing/2014/main" id="{85D91BAD-5495-B1BF-86A2-70B979FCCB27}"/>
              </a:ext>
            </a:extLst>
          </p:cNvPr>
          <p:cNvSpPr>
            <a:spLocks noChangeArrowheads="1"/>
          </p:cNvSpPr>
          <p:nvPr/>
        </p:nvSpPr>
        <p:spPr bwMode="auto">
          <a:xfrm>
            <a:off x="6400800" y="2971800"/>
            <a:ext cx="228600" cy="2286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sp>
        <p:nvSpPr>
          <p:cNvPr id="11" name="Oval 13">
            <a:extLst>
              <a:ext uri="{FF2B5EF4-FFF2-40B4-BE49-F238E27FC236}">
                <a16:creationId xmlns:a16="http://schemas.microsoft.com/office/drawing/2014/main" id="{BF16D017-7BCB-1265-2F4F-64BFBE2268CD}"/>
              </a:ext>
            </a:extLst>
          </p:cNvPr>
          <p:cNvSpPr>
            <a:spLocks noChangeArrowheads="1"/>
          </p:cNvSpPr>
          <p:nvPr/>
        </p:nvSpPr>
        <p:spPr bwMode="auto">
          <a:xfrm>
            <a:off x="3657600" y="44958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3" name="Oval 14">
            <a:extLst>
              <a:ext uri="{FF2B5EF4-FFF2-40B4-BE49-F238E27FC236}">
                <a16:creationId xmlns:a16="http://schemas.microsoft.com/office/drawing/2014/main" id="{7AFCDE7F-1C70-CB7C-26F3-CDE4C8975BFA}"/>
              </a:ext>
            </a:extLst>
          </p:cNvPr>
          <p:cNvSpPr>
            <a:spLocks noChangeArrowheads="1"/>
          </p:cNvSpPr>
          <p:nvPr/>
        </p:nvSpPr>
        <p:spPr bwMode="auto">
          <a:xfrm>
            <a:off x="6477000" y="50292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5" name="Oval 18">
            <a:extLst>
              <a:ext uri="{FF2B5EF4-FFF2-40B4-BE49-F238E27FC236}">
                <a16:creationId xmlns:a16="http://schemas.microsoft.com/office/drawing/2014/main" id="{4973B499-3E92-0CD5-996D-99342FFCD962}"/>
              </a:ext>
            </a:extLst>
          </p:cNvPr>
          <p:cNvSpPr>
            <a:spLocks noChangeArrowheads="1"/>
          </p:cNvSpPr>
          <p:nvPr/>
        </p:nvSpPr>
        <p:spPr bwMode="auto">
          <a:xfrm flipV="1">
            <a:off x="6271846" y="3358663"/>
            <a:ext cx="304800" cy="1524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cxnSp>
        <p:nvCxnSpPr>
          <p:cNvPr id="17" name="Conector recto de flecha 16">
            <a:extLst>
              <a:ext uri="{FF2B5EF4-FFF2-40B4-BE49-F238E27FC236}">
                <a16:creationId xmlns:a16="http://schemas.microsoft.com/office/drawing/2014/main" id="{BFF2DECC-4B36-5C3C-A9ED-1010311A6431}"/>
              </a:ext>
            </a:extLst>
          </p:cNvPr>
          <p:cNvCxnSpPr/>
          <p:nvPr/>
        </p:nvCxnSpPr>
        <p:spPr>
          <a:xfrm>
            <a:off x="1817077" y="4255477"/>
            <a:ext cx="8288215"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F708451B-A1CF-4BB3-18A5-4D7E0B4E7332}"/>
              </a:ext>
            </a:extLst>
          </p:cNvPr>
          <p:cNvCxnSpPr/>
          <p:nvPr/>
        </p:nvCxnSpPr>
        <p:spPr>
          <a:xfrm flipV="1">
            <a:off x="5650523" y="2039815"/>
            <a:ext cx="0" cy="4137148"/>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07738679-A052-D159-57C4-FFED5617D6A0}"/>
              </a:ext>
            </a:extLst>
          </p:cNvPr>
          <p:cNvCxnSpPr/>
          <p:nvPr/>
        </p:nvCxnSpPr>
        <p:spPr>
          <a:xfrm>
            <a:off x="6515100" y="3091964"/>
            <a:ext cx="6477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0" name="CuadroTexto 19">
            <a:extLst>
              <a:ext uri="{FF2B5EF4-FFF2-40B4-BE49-F238E27FC236}">
                <a16:creationId xmlns:a16="http://schemas.microsoft.com/office/drawing/2014/main" id="{CFFAA5EA-F096-AFAF-3B39-6FE9E6236689}"/>
              </a:ext>
            </a:extLst>
          </p:cNvPr>
          <p:cNvSpPr txBox="1"/>
          <p:nvPr/>
        </p:nvSpPr>
        <p:spPr>
          <a:xfrm>
            <a:off x="6594231" y="2713841"/>
            <a:ext cx="537327" cy="369332"/>
          </a:xfrm>
          <a:prstGeom prst="rect">
            <a:avLst/>
          </a:prstGeom>
          <a:noFill/>
        </p:spPr>
        <p:txBody>
          <a:bodyPr wrap="none" rtlCol="0">
            <a:spAutoFit/>
          </a:bodyPr>
          <a:lstStyle/>
          <a:p>
            <a:r>
              <a:rPr lang="es-MX" dirty="0"/>
              <a:t>k=1</a:t>
            </a:r>
          </a:p>
        </p:txBody>
      </p:sp>
      <p:sp>
        <p:nvSpPr>
          <p:cNvPr id="21" name="Oval 14">
            <a:extLst>
              <a:ext uri="{FF2B5EF4-FFF2-40B4-BE49-F238E27FC236}">
                <a16:creationId xmlns:a16="http://schemas.microsoft.com/office/drawing/2014/main" id="{22684F1D-31CA-32FC-9E6B-B23A0B5AD822}"/>
              </a:ext>
            </a:extLst>
          </p:cNvPr>
          <p:cNvSpPr>
            <a:spLocks noChangeArrowheads="1"/>
          </p:cNvSpPr>
          <p:nvPr/>
        </p:nvSpPr>
        <p:spPr bwMode="auto">
          <a:xfrm>
            <a:off x="5808783" y="3792416"/>
            <a:ext cx="3048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Tree>
    <p:extLst>
      <p:ext uri="{BB962C8B-B14F-4D97-AF65-F5344CB8AC3E}">
        <p14:creationId xmlns:p14="http://schemas.microsoft.com/office/powerpoint/2010/main" val="2946731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n-US" altLang="es-MX" sz="4000"/>
              <a:t>3-Vecino Más Cercano (1-NN)</a:t>
            </a:r>
            <a:endParaRPr lang="es-MX" sz="400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Oval 12">
            <a:extLst>
              <a:ext uri="{FF2B5EF4-FFF2-40B4-BE49-F238E27FC236}">
                <a16:creationId xmlns:a16="http://schemas.microsoft.com/office/drawing/2014/main" id="{E18A660F-7DF0-C3D2-FE57-805EEC896568}"/>
              </a:ext>
            </a:extLst>
          </p:cNvPr>
          <p:cNvSpPr>
            <a:spLocks noChangeArrowheads="1"/>
          </p:cNvSpPr>
          <p:nvPr/>
        </p:nvSpPr>
        <p:spPr bwMode="auto">
          <a:xfrm>
            <a:off x="5181600" y="4953000"/>
            <a:ext cx="3048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 name="Oval 7">
            <a:extLst>
              <a:ext uri="{FF2B5EF4-FFF2-40B4-BE49-F238E27FC236}">
                <a16:creationId xmlns:a16="http://schemas.microsoft.com/office/drawing/2014/main" id="{143A8249-729D-7493-0545-3380AB889BCD}"/>
              </a:ext>
            </a:extLst>
          </p:cNvPr>
          <p:cNvSpPr>
            <a:spLocks noChangeArrowheads="1"/>
          </p:cNvSpPr>
          <p:nvPr/>
        </p:nvSpPr>
        <p:spPr bwMode="auto">
          <a:xfrm>
            <a:off x="4648200" y="35814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6" name="Oval 9">
            <a:extLst>
              <a:ext uri="{FF2B5EF4-FFF2-40B4-BE49-F238E27FC236}">
                <a16:creationId xmlns:a16="http://schemas.microsoft.com/office/drawing/2014/main" id="{C6E28F02-0194-24DF-B7CF-8401E1694F7A}"/>
              </a:ext>
            </a:extLst>
          </p:cNvPr>
          <p:cNvSpPr>
            <a:spLocks noChangeArrowheads="1"/>
          </p:cNvSpPr>
          <p:nvPr/>
        </p:nvSpPr>
        <p:spPr bwMode="auto">
          <a:xfrm>
            <a:off x="7179388" y="3174024"/>
            <a:ext cx="2286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7" name="Oval 10">
            <a:extLst>
              <a:ext uri="{FF2B5EF4-FFF2-40B4-BE49-F238E27FC236}">
                <a16:creationId xmlns:a16="http://schemas.microsoft.com/office/drawing/2014/main" id="{B5E63F0D-3050-8550-6587-49DBA42C4DD9}"/>
              </a:ext>
            </a:extLst>
          </p:cNvPr>
          <p:cNvSpPr>
            <a:spLocks noChangeArrowheads="1"/>
          </p:cNvSpPr>
          <p:nvPr/>
        </p:nvSpPr>
        <p:spPr bwMode="auto">
          <a:xfrm>
            <a:off x="5029200" y="27432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8" name="Oval 11">
            <a:extLst>
              <a:ext uri="{FF2B5EF4-FFF2-40B4-BE49-F238E27FC236}">
                <a16:creationId xmlns:a16="http://schemas.microsoft.com/office/drawing/2014/main" id="{D9719F5C-E208-C426-12DE-8612B02FEA54}"/>
              </a:ext>
            </a:extLst>
          </p:cNvPr>
          <p:cNvSpPr>
            <a:spLocks noChangeArrowheads="1"/>
          </p:cNvSpPr>
          <p:nvPr/>
        </p:nvSpPr>
        <p:spPr bwMode="auto">
          <a:xfrm>
            <a:off x="6400800" y="2971800"/>
            <a:ext cx="228600" cy="228600"/>
          </a:xfrm>
          <a:prstGeom prst="ellipse">
            <a:avLst/>
          </a:prstGeom>
          <a:noFill/>
          <a:ln w="9525">
            <a:solidFill>
              <a:schemeClr val="tx1"/>
            </a:solidFill>
            <a:miter lim="800000"/>
            <a:headEnd/>
            <a:tailEnd/>
          </a:ln>
          <a:effectLst/>
        </p:spPr>
        <p:txBody>
          <a:bodyPr wrap="none" anchor="ctr"/>
          <a:lstStyle/>
          <a:p>
            <a:endParaRPr lang="es-MX"/>
          </a:p>
        </p:txBody>
      </p:sp>
      <p:sp>
        <p:nvSpPr>
          <p:cNvPr id="10" name="Oval 13">
            <a:extLst>
              <a:ext uri="{FF2B5EF4-FFF2-40B4-BE49-F238E27FC236}">
                <a16:creationId xmlns:a16="http://schemas.microsoft.com/office/drawing/2014/main" id="{1EDC012D-CD1F-5807-E35F-394176F34BD0}"/>
              </a:ext>
            </a:extLst>
          </p:cNvPr>
          <p:cNvSpPr>
            <a:spLocks noChangeArrowheads="1"/>
          </p:cNvSpPr>
          <p:nvPr/>
        </p:nvSpPr>
        <p:spPr bwMode="auto">
          <a:xfrm>
            <a:off x="3657600" y="44958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2" name="Oval 14">
            <a:extLst>
              <a:ext uri="{FF2B5EF4-FFF2-40B4-BE49-F238E27FC236}">
                <a16:creationId xmlns:a16="http://schemas.microsoft.com/office/drawing/2014/main" id="{9F2C48BA-6C37-6B98-9069-A97C09C6CE5C}"/>
              </a:ext>
            </a:extLst>
          </p:cNvPr>
          <p:cNvSpPr>
            <a:spLocks noChangeArrowheads="1"/>
          </p:cNvSpPr>
          <p:nvPr/>
        </p:nvSpPr>
        <p:spPr bwMode="auto">
          <a:xfrm>
            <a:off x="6477000" y="50292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4" name="Oval 18">
            <a:extLst>
              <a:ext uri="{FF2B5EF4-FFF2-40B4-BE49-F238E27FC236}">
                <a16:creationId xmlns:a16="http://schemas.microsoft.com/office/drawing/2014/main" id="{3434D397-8699-7A3C-3C51-1A5EB02F9F9A}"/>
              </a:ext>
            </a:extLst>
          </p:cNvPr>
          <p:cNvSpPr>
            <a:spLocks noChangeArrowheads="1"/>
          </p:cNvSpPr>
          <p:nvPr/>
        </p:nvSpPr>
        <p:spPr bwMode="auto">
          <a:xfrm flipV="1">
            <a:off x="6271846" y="3358663"/>
            <a:ext cx="304800" cy="1524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cxnSp>
        <p:nvCxnSpPr>
          <p:cNvPr id="16" name="Conector recto de flecha 15">
            <a:extLst>
              <a:ext uri="{FF2B5EF4-FFF2-40B4-BE49-F238E27FC236}">
                <a16:creationId xmlns:a16="http://schemas.microsoft.com/office/drawing/2014/main" id="{0F3164F3-710F-C003-152E-63FD4A6087E3}"/>
              </a:ext>
            </a:extLst>
          </p:cNvPr>
          <p:cNvCxnSpPr/>
          <p:nvPr/>
        </p:nvCxnSpPr>
        <p:spPr>
          <a:xfrm>
            <a:off x="1817077" y="4255477"/>
            <a:ext cx="8288215"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98101897-2C3E-79EA-EAB2-06E9A71A18BE}"/>
              </a:ext>
            </a:extLst>
          </p:cNvPr>
          <p:cNvCxnSpPr/>
          <p:nvPr/>
        </p:nvCxnSpPr>
        <p:spPr>
          <a:xfrm flipV="1">
            <a:off x="5650523" y="2039815"/>
            <a:ext cx="0" cy="4137148"/>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C0704C0D-90D8-4188-AD10-1A7B0A6C46E8}"/>
              </a:ext>
            </a:extLst>
          </p:cNvPr>
          <p:cNvSpPr txBox="1"/>
          <p:nvPr/>
        </p:nvSpPr>
        <p:spPr>
          <a:xfrm>
            <a:off x="6377360" y="2919048"/>
            <a:ext cx="292068" cy="369332"/>
          </a:xfrm>
          <a:prstGeom prst="rect">
            <a:avLst/>
          </a:prstGeom>
          <a:noFill/>
        </p:spPr>
        <p:txBody>
          <a:bodyPr wrap="none" rtlCol="0">
            <a:spAutoFit/>
          </a:bodyPr>
          <a:lstStyle/>
          <a:p>
            <a:r>
              <a:rPr lang="es-MX" b="1" dirty="0">
                <a:solidFill>
                  <a:srgbClr val="FF0000"/>
                </a:solidFill>
              </a:rPr>
              <a:t>?</a:t>
            </a:r>
          </a:p>
        </p:txBody>
      </p:sp>
      <p:cxnSp>
        <p:nvCxnSpPr>
          <p:cNvPr id="19" name="Conector recto 18">
            <a:extLst>
              <a:ext uri="{FF2B5EF4-FFF2-40B4-BE49-F238E27FC236}">
                <a16:creationId xmlns:a16="http://schemas.microsoft.com/office/drawing/2014/main" id="{ABF97BB3-3503-FCA6-AE35-0F1FD114060A}"/>
              </a:ext>
            </a:extLst>
          </p:cNvPr>
          <p:cNvCxnSpPr>
            <a:cxnSpLocks/>
            <a:endCxn id="21" idx="6"/>
          </p:cNvCxnSpPr>
          <p:nvPr/>
        </p:nvCxnSpPr>
        <p:spPr>
          <a:xfrm flipV="1">
            <a:off x="6515100" y="3077307"/>
            <a:ext cx="1327628" cy="14658"/>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0" name="CuadroTexto 19">
            <a:extLst>
              <a:ext uri="{FF2B5EF4-FFF2-40B4-BE49-F238E27FC236}">
                <a16:creationId xmlns:a16="http://schemas.microsoft.com/office/drawing/2014/main" id="{C54E292F-647A-57E8-A529-E18DC08DE0E3}"/>
              </a:ext>
            </a:extLst>
          </p:cNvPr>
          <p:cNvSpPr txBox="1"/>
          <p:nvPr/>
        </p:nvSpPr>
        <p:spPr>
          <a:xfrm>
            <a:off x="6732915" y="2722633"/>
            <a:ext cx="521297" cy="369332"/>
          </a:xfrm>
          <a:prstGeom prst="rect">
            <a:avLst/>
          </a:prstGeom>
          <a:noFill/>
        </p:spPr>
        <p:txBody>
          <a:bodyPr wrap="none" rtlCol="0">
            <a:spAutoFit/>
          </a:bodyPr>
          <a:lstStyle/>
          <a:p>
            <a:r>
              <a:rPr lang="es-MX" dirty="0"/>
              <a:t>k=3</a:t>
            </a:r>
          </a:p>
        </p:txBody>
      </p:sp>
      <p:sp>
        <p:nvSpPr>
          <p:cNvPr id="21" name="Oval 15">
            <a:extLst>
              <a:ext uri="{FF2B5EF4-FFF2-40B4-BE49-F238E27FC236}">
                <a16:creationId xmlns:a16="http://schemas.microsoft.com/office/drawing/2014/main" id="{315048E2-DDFF-AC91-5060-8E1FFCC1528A}"/>
              </a:ext>
            </a:extLst>
          </p:cNvPr>
          <p:cNvSpPr>
            <a:spLocks noChangeArrowheads="1"/>
          </p:cNvSpPr>
          <p:nvPr/>
        </p:nvSpPr>
        <p:spPr bwMode="auto">
          <a:xfrm>
            <a:off x="5222634" y="1916728"/>
            <a:ext cx="2620094" cy="2321158"/>
          </a:xfrm>
          <a:prstGeom prst="ellipse">
            <a:avLst/>
          </a:prstGeom>
          <a:noFill/>
          <a:ln w="9525">
            <a:solidFill>
              <a:schemeClr val="tx1"/>
            </a:solidFill>
            <a:miter lim="800000"/>
            <a:headEnd/>
            <a:tailEnd/>
          </a:ln>
          <a:effectLst/>
        </p:spPr>
        <p:txBody>
          <a:bodyPr wrap="none" anchor="ctr"/>
          <a:lstStyle/>
          <a:p>
            <a:endParaRPr lang="es-MX"/>
          </a:p>
        </p:txBody>
      </p:sp>
      <p:sp>
        <p:nvSpPr>
          <p:cNvPr id="22" name="Oval 14">
            <a:extLst>
              <a:ext uri="{FF2B5EF4-FFF2-40B4-BE49-F238E27FC236}">
                <a16:creationId xmlns:a16="http://schemas.microsoft.com/office/drawing/2014/main" id="{F89D6612-7C5C-18C3-CE06-AF110BD9BB61}"/>
              </a:ext>
            </a:extLst>
          </p:cNvPr>
          <p:cNvSpPr>
            <a:spLocks noChangeArrowheads="1"/>
          </p:cNvSpPr>
          <p:nvPr/>
        </p:nvSpPr>
        <p:spPr bwMode="auto">
          <a:xfrm>
            <a:off x="5808783" y="3792416"/>
            <a:ext cx="3048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Tree>
    <p:extLst>
      <p:ext uri="{BB962C8B-B14F-4D97-AF65-F5344CB8AC3E}">
        <p14:creationId xmlns:p14="http://schemas.microsoft.com/office/powerpoint/2010/main" val="34695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E2C7A51-0C3E-484A-9AD3-082F5E66EE14}"/>
              </a:ext>
            </a:extLst>
          </p:cNvPr>
          <p:cNvSpPr>
            <a:spLocks noGrp="1"/>
          </p:cNvSpPr>
          <p:nvPr>
            <p:ph type="title"/>
          </p:nvPr>
        </p:nvSpPr>
        <p:spPr>
          <a:xfrm>
            <a:off x="1115568" y="548640"/>
            <a:ext cx="10168128" cy="1179576"/>
          </a:xfrm>
        </p:spPr>
        <p:txBody>
          <a:bodyPr>
            <a:normAutofit/>
          </a:bodyPr>
          <a:lstStyle/>
          <a:p>
            <a:r>
              <a:rPr lang="en-US" altLang="es-MX" sz="4000"/>
              <a:t>3-Vecino Más Cercano (1-NN)</a:t>
            </a:r>
            <a:endParaRPr lang="es-MX" sz="400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Oval 12">
            <a:extLst>
              <a:ext uri="{FF2B5EF4-FFF2-40B4-BE49-F238E27FC236}">
                <a16:creationId xmlns:a16="http://schemas.microsoft.com/office/drawing/2014/main" id="{AE68BE0F-2EA2-0E3E-E49F-CE36DC3389F3}"/>
              </a:ext>
            </a:extLst>
          </p:cNvPr>
          <p:cNvSpPr>
            <a:spLocks noChangeArrowheads="1"/>
          </p:cNvSpPr>
          <p:nvPr/>
        </p:nvSpPr>
        <p:spPr bwMode="auto">
          <a:xfrm>
            <a:off x="5181600" y="4953000"/>
            <a:ext cx="3048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 name="Oval 7">
            <a:extLst>
              <a:ext uri="{FF2B5EF4-FFF2-40B4-BE49-F238E27FC236}">
                <a16:creationId xmlns:a16="http://schemas.microsoft.com/office/drawing/2014/main" id="{044238D7-2B3D-FFD0-C318-C60F2E296100}"/>
              </a:ext>
            </a:extLst>
          </p:cNvPr>
          <p:cNvSpPr>
            <a:spLocks noChangeArrowheads="1"/>
          </p:cNvSpPr>
          <p:nvPr/>
        </p:nvSpPr>
        <p:spPr bwMode="auto">
          <a:xfrm>
            <a:off x="4648200" y="35814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6" name="Oval 9">
            <a:extLst>
              <a:ext uri="{FF2B5EF4-FFF2-40B4-BE49-F238E27FC236}">
                <a16:creationId xmlns:a16="http://schemas.microsoft.com/office/drawing/2014/main" id="{B1933A10-3AE4-9327-51CD-69122DDEC1E2}"/>
              </a:ext>
            </a:extLst>
          </p:cNvPr>
          <p:cNvSpPr>
            <a:spLocks noChangeArrowheads="1"/>
          </p:cNvSpPr>
          <p:nvPr/>
        </p:nvSpPr>
        <p:spPr bwMode="auto">
          <a:xfrm>
            <a:off x="7179388" y="3174024"/>
            <a:ext cx="2286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7" name="Oval 10">
            <a:extLst>
              <a:ext uri="{FF2B5EF4-FFF2-40B4-BE49-F238E27FC236}">
                <a16:creationId xmlns:a16="http://schemas.microsoft.com/office/drawing/2014/main" id="{AE5F3399-1546-0049-AC2C-2E5CB504E8DD}"/>
              </a:ext>
            </a:extLst>
          </p:cNvPr>
          <p:cNvSpPr>
            <a:spLocks noChangeArrowheads="1"/>
          </p:cNvSpPr>
          <p:nvPr/>
        </p:nvSpPr>
        <p:spPr bwMode="auto">
          <a:xfrm>
            <a:off x="5029200" y="2743200"/>
            <a:ext cx="228600" cy="152400"/>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8" name="Oval 11">
            <a:extLst>
              <a:ext uri="{FF2B5EF4-FFF2-40B4-BE49-F238E27FC236}">
                <a16:creationId xmlns:a16="http://schemas.microsoft.com/office/drawing/2014/main" id="{0974EDCA-9405-29EC-E6E4-DD37ADEE93CD}"/>
              </a:ext>
            </a:extLst>
          </p:cNvPr>
          <p:cNvSpPr>
            <a:spLocks noChangeArrowheads="1"/>
          </p:cNvSpPr>
          <p:nvPr/>
        </p:nvSpPr>
        <p:spPr bwMode="auto">
          <a:xfrm>
            <a:off x="6400800" y="2971800"/>
            <a:ext cx="228600" cy="2286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
        <p:nvSpPr>
          <p:cNvPr id="10" name="Oval 13">
            <a:extLst>
              <a:ext uri="{FF2B5EF4-FFF2-40B4-BE49-F238E27FC236}">
                <a16:creationId xmlns:a16="http://schemas.microsoft.com/office/drawing/2014/main" id="{5CB5A4AD-CC15-1495-54B1-13972720B7E7}"/>
              </a:ext>
            </a:extLst>
          </p:cNvPr>
          <p:cNvSpPr>
            <a:spLocks noChangeArrowheads="1"/>
          </p:cNvSpPr>
          <p:nvPr/>
        </p:nvSpPr>
        <p:spPr bwMode="auto">
          <a:xfrm>
            <a:off x="3657600" y="44958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2" name="Oval 14">
            <a:extLst>
              <a:ext uri="{FF2B5EF4-FFF2-40B4-BE49-F238E27FC236}">
                <a16:creationId xmlns:a16="http://schemas.microsoft.com/office/drawing/2014/main" id="{5F14A711-A694-34A2-EC5F-D37DBAE1B6C6}"/>
              </a:ext>
            </a:extLst>
          </p:cNvPr>
          <p:cNvSpPr>
            <a:spLocks noChangeArrowheads="1"/>
          </p:cNvSpPr>
          <p:nvPr/>
        </p:nvSpPr>
        <p:spPr bwMode="auto">
          <a:xfrm>
            <a:off x="6477000" y="5029200"/>
            <a:ext cx="2286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14" name="Oval 18">
            <a:extLst>
              <a:ext uri="{FF2B5EF4-FFF2-40B4-BE49-F238E27FC236}">
                <a16:creationId xmlns:a16="http://schemas.microsoft.com/office/drawing/2014/main" id="{B262C4D7-4417-0701-3101-F4E1DDE02764}"/>
              </a:ext>
            </a:extLst>
          </p:cNvPr>
          <p:cNvSpPr>
            <a:spLocks noChangeArrowheads="1"/>
          </p:cNvSpPr>
          <p:nvPr/>
        </p:nvSpPr>
        <p:spPr bwMode="auto">
          <a:xfrm flipV="1">
            <a:off x="6271846" y="3358663"/>
            <a:ext cx="304800" cy="152400"/>
          </a:xfrm>
          <a:prstGeom prst="ellipse">
            <a:avLst/>
          </a:prstGeom>
          <a:solidFill>
            <a:schemeClr val="accent1"/>
          </a:solidFill>
          <a:ln w="9525">
            <a:solidFill>
              <a:schemeClr val="tx1"/>
            </a:solidFill>
            <a:miter lim="800000"/>
            <a:headEnd/>
            <a:tailEnd/>
          </a:ln>
          <a:effectLst/>
        </p:spPr>
        <p:txBody>
          <a:bodyPr wrap="none" anchor="ctr"/>
          <a:lstStyle/>
          <a:p>
            <a:endParaRPr lang="es-MX"/>
          </a:p>
        </p:txBody>
      </p:sp>
      <p:cxnSp>
        <p:nvCxnSpPr>
          <p:cNvPr id="16" name="Conector recto de flecha 15">
            <a:extLst>
              <a:ext uri="{FF2B5EF4-FFF2-40B4-BE49-F238E27FC236}">
                <a16:creationId xmlns:a16="http://schemas.microsoft.com/office/drawing/2014/main" id="{AC8D5425-0409-61AF-5E00-A28FB371B468}"/>
              </a:ext>
            </a:extLst>
          </p:cNvPr>
          <p:cNvCxnSpPr/>
          <p:nvPr/>
        </p:nvCxnSpPr>
        <p:spPr>
          <a:xfrm>
            <a:off x="1817077" y="4255477"/>
            <a:ext cx="8288215"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FE865F7A-F1BA-75DE-DAD1-39B6D8AA788D}"/>
              </a:ext>
            </a:extLst>
          </p:cNvPr>
          <p:cNvCxnSpPr/>
          <p:nvPr/>
        </p:nvCxnSpPr>
        <p:spPr>
          <a:xfrm flipV="1">
            <a:off x="5650523" y="2039815"/>
            <a:ext cx="0" cy="4137148"/>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E7F620AB-DD2D-AD6B-FFA9-FA686B5103A8}"/>
              </a:ext>
            </a:extLst>
          </p:cNvPr>
          <p:cNvCxnSpPr>
            <a:cxnSpLocks/>
            <a:endCxn id="20" idx="6"/>
          </p:cNvCxnSpPr>
          <p:nvPr/>
        </p:nvCxnSpPr>
        <p:spPr>
          <a:xfrm flipV="1">
            <a:off x="6515100" y="3077307"/>
            <a:ext cx="1327628" cy="14658"/>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9" name="CuadroTexto 18">
            <a:extLst>
              <a:ext uri="{FF2B5EF4-FFF2-40B4-BE49-F238E27FC236}">
                <a16:creationId xmlns:a16="http://schemas.microsoft.com/office/drawing/2014/main" id="{37B4AAB1-303D-0C9E-3744-A30B9287A4EF}"/>
              </a:ext>
            </a:extLst>
          </p:cNvPr>
          <p:cNvSpPr txBox="1"/>
          <p:nvPr/>
        </p:nvSpPr>
        <p:spPr>
          <a:xfrm>
            <a:off x="6732915" y="2722633"/>
            <a:ext cx="521297" cy="369332"/>
          </a:xfrm>
          <a:prstGeom prst="rect">
            <a:avLst/>
          </a:prstGeom>
          <a:noFill/>
        </p:spPr>
        <p:txBody>
          <a:bodyPr wrap="none" rtlCol="0">
            <a:spAutoFit/>
          </a:bodyPr>
          <a:lstStyle/>
          <a:p>
            <a:r>
              <a:rPr lang="es-MX" dirty="0"/>
              <a:t>k=3</a:t>
            </a:r>
          </a:p>
        </p:txBody>
      </p:sp>
      <p:sp>
        <p:nvSpPr>
          <p:cNvPr id="20" name="Oval 15">
            <a:extLst>
              <a:ext uri="{FF2B5EF4-FFF2-40B4-BE49-F238E27FC236}">
                <a16:creationId xmlns:a16="http://schemas.microsoft.com/office/drawing/2014/main" id="{F2A5F1CB-8931-4E4A-DB20-86AA59D49CF2}"/>
              </a:ext>
            </a:extLst>
          </p:cNvPr>
          <p:cNvSpPr>
            <a:spLocks noChangeArrowheads="1"/>
          </p:cNvSpPr>
          <p:nvPr/>
        </p:nvSpPr>
        <p:spPr bwMode="auto">
          <a:xfrm>
            <a:off x="5222634" y="1916728"/>
            <a:ext cx="2620094" cy="2321158"/>
          </a:xfrm>
          <a:prstGeom prst="ellipse">
            <a:avLst/>
          </a:prstGeom>
          <a:noFill/>
          <a:ln w="9525">
            <a:solidFill>
              <a:schemeClr val="tx1"/>
            </a:solidFill>
            <a:miter lim="800000"/>
            <a:headEnd/>
            <a:tailEnd/>
          </a:ln>
          <a:effectLst/>
        </p:spPr>
        <p:txBody>
          <a:bodyPr wrap="none" anchor="ctr"/>
          <a:lstStyle/>
          <a:p>
            <a:endParaRPr lang="es-MX"/>
          </a:p>
        </p:txBody>
      </p:sp>
      <p:sp>
        <p:nvSpPr>
          <p:cNvPr id="21" name="Oval 14">
            <a:extLst>
              <a:ext uri="{FF2B5EF4-FFF2-40B4-BE49-F238E27FC236}">
                <a16:creationId xmlns:a16="http://schemas.microsoft.com/office/drawing/2014/main" id="{7901BBEF-2A10-6F32-914F-CCD9AB69963D}"/>
              </a:ext>
            </a:extLst>
          </p:cNvPr>
          <p:cNvSpPr>
            <a:spLocks noChangeArrowheads="1"/>
          </p:cNvSpPr>
          <p:nvPr/>
        </p:nvSpPr>
        <p:spPr bwMode="auto">
          <a:xfrm>
            <a:off x="5808783" y="3792416"/>
            <a:ext cx="304800" cy="152400"/>
          </a:xfrm>
          <a:prstGeom prst="ellipse">
            <a:avLst/>
          </a:prstGeom>
          <a:solidFill>
            <a:schemeClr val="tx1"/>
          </a:solidFill>
          <a:ln w="9525">
            <a:solidFill>
              <a:schemeClr val="tx1"/>
            </a:solidFill>
            <a:miter lim="800000"/>
            <a:headEnd/>
            <a:tailEnd/>
          </a:ln>
          <a:effectLst/>
        </p:spPr>
        <p:txBody>
          <a:bodyPr wrap="none" anchor="ctr"/>
          <a:lstStyle/>
          <a:p>
            <a:endParaRPr lang="es-MX"/>
          </a:p>
        </p:txBody>
      </p:sp>
    </p:spTree>
    <p:extLst>
      <p:ext uri="{BB962C8B-B14F-4D97-AF65-F5344CB8AC3E}">
        <p14:creationId xmlns:p14="http://schemas.microsoft.com/office/powerpoint/2010/main" val="2408479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057E0BB-58EB-465F-AD1E-92692B4B6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8C8881-F42E-4ED1-F5FE-548DD1A9A11A}"/>
              </a:ext>
            </a:extLst>
          </p:cNvPr>
          <p:cNvSpPr>
            <a:spLocks noGrp="1"/>
          </p:cNvSpPr>
          <p:nvPr>
            <p:ph type="title"/>
          </p:nvPr>
        </p:nvSpPr>
        <p:spPr>
          <a:xfrm>
            <a:off x="838200" y="4283925"/>
            <a:ext cx="10515600" cy="1092050"/>
          </a:xfrm>
        </p:spPr>
        <p:txBody>
          <a:bodyPr vert="horz" lIns="91440" tIns="45720" rIns="91440" bIns="45720" rtlCol="0" anchor="b">
            <a:normAutofit/>
          </a:bodyPr>
          <a:lstStyle/>
          <a:p>
            <a:pPr algn="ctr"/>
            <a:r>
              <a:rPr lang="en-US" sz="5200"/>
              <a:t>Práctica</a:t>
            </a:r>
          </a:p>
        </p:txBody>
      </p:sp>
      <p:sp useBgFill="1">
        <p:nvSpPr>
          <p:cNvPr id="21" name="Rectangle 20">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53947"/>
            <a:ext cx="10515599" cy="82296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Marcador de contenido 6">
            <a:extLst>
              <a:ext uri="{FF2B5EF4-FFF2-40B4-BE49-F238E27FC236}">
                <a16:creationId xmlns:a16="http://schemas.microsoft.com/office/drawing/2014/main" id="{92232673-A73F-380C-7835-75F558F8826B}"/>
              </a:ext>
            </a:extLst>
          </p:cNvPr>
          <p:cNvSpPr>
            <a:spLocks noGrp="1"/>
          </p:cNvSpPr>
          <p:nvPr>
            <p:ph idx="1"/>
          </p:nvPr>
        </p:nvSpPr>
        <p:spPr>
          <a:xfrm>
            <a:off x="1220089" y="5569832"/>
            <a:ext cx="9751823" cy="582612"/>
          </a:xfrm>
        </p:spPr>
        <p:txBody>
          <a:bodyPr vert="horz" lIns="91440" tIns="45720" rIns="91440" bIns="45720" rtlCol="0" anchor="ctr">
            <a:normAutofit/>
          </a:bodyPr>
          <a:lstStyle/>
          <a:p>
            <a:pPr marL="0" indent="0" algn="ctr">
              <a:buNone/>
            </a:pPr>
            <a:r>
              <a:rPr lang="en-US" sz="2400" dirty="0" err="1"/>
              <a:t>Ciencia</a:t>
            </a:r>
            <a:r>
              <a:rPr lang="en-US" sz="2400" dirty="0"/>
              <a:t> de </a:t>
            </a:r>
            <a:r>
              <a:rPr lang="en-US" sz="2400" dirty="0" err="1"/>
              <a:t>Datos</a:t>
            </a:r>
            <a:r>
              <a:rPr lang="en-US" sz="2400" dirty="0"/>
              <a:t> con </a:t>
            </a:r>
            <a:r>
              <a:rPr lang="en-US" sz="2400" dirty="0" err="1"/>
              <a:t>KNime</a:t>
            </a:r>
            <a:endParaRPr lang="en-US" sz="2400" dirty="0"/>
          </a:p>
        </p:txBody>
      </p:sp>
      <p:pic>
        <p:nvPicPr>
          <p:cNvPr id="13" name="Picture 2" descr="KNIME la herramienta para bigdata (para novatos) - garciareal.com">
            <a:extLst>
              <a:ext uri="{FF2B5EF4-FFF2-40B4-BE49-F238E27FC236}">
                <a16:creationId xmlns:a16="http://schemas.microsoft.com/office/drawing/2014/main" id="{81CFBC3D-B626-53AE-1F35-D4BD9A437DA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838199" y="879968"/>
            <a:ext cx="5140661" cy="2634588"/>
          </a:xfrm>
          <a:prstGeom prst="rect">
            <a:avLst/>
          </a:prstGeom>
        </p:spPr>
      </p:pic>
      <p:pic>
        <p:nvPicPr>
          <p:cNvPr id="14" name="Picture 4" descr="2 K-means clustering | Machine Learning for Biostatistics">
            <a:extLst>
              <a:ext uri="{FF2B5EF4-FFF2-40B4-BE49-F238E27FC236}">
                <a16:creationId xmlns:a16="http://schemas.microsoft.com/office/drawing/2014/main" id="{3AD2BD4F-DBEE-F0B5-E201-35866707744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48616" y="257324"/>
            <a:ext cx="5069707" cy="387987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41136" y="5917696"/>
            <a:ext cx="109728"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2003203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2FF3C9-0C12-491F-953B-246811C895EE}"/>
              </a:ext>
            </a:extLst>
          </p:cNvPr>
          <p:cNvSpPr>
            <a:spLocks noGrp="1"/>
          </p:cNvSpPr>
          <p:nvPr>
            <p:ph type="title"/>
          </p:nvPr>
        </p:nvSpPr>
        <p:spPr>
          <a:xfrm>
            <a:off x="841248" y="426720"/>
            <a:ext cx="10506456" cy="1919141"/>
          </a:xfrm>
        </p:spPr>
        <p:txBody>
          <a:bodyPr anchor="b">
            <a:normAutofit/>
          </a:bodyPr>
          <a:lstStyle/>
          <a:p>
            <a:r>
              <a:rPr lang="es-MX" sz="6000"/>
              <a:t>Conclusiones</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Marcador de contenido 2">
            <a:extLst>
              <a:ext uri="{FF2B5EF4-FFF2-40B4-BE49-F238E27FC236}">
                <a16:creationId xmlns:a16="http://schemas.microsoft.com/office/drawing/2014/main" id="{B61ECADE-2A85-4B0E-87BF-28F202F9DD13}"/>
              </a:ext>
            </a:extLst>
          </p:cNvPr>
          <p:cNvSpPr>
            <a:spLocks noGrp="1"/>
          </p:cNvSpPr>
          <p:nvPr>
            <p:ph idx="1"/>
          </p:nvPr>
        </p:nvSpPr>
        <p:spPr>
          <a:xfrm>
            <a:off x="841248" y="3337269"/>
            <a:ext cx="10509504" cy="2905686"/>
          </a:xfrm>
        </p:spPr>
        <p:txBody>
          <a:bodyPr>
            <a:normAutofit fontScale="77500" lnSpcReduction="20000"/>
          </a:bodyPr>
          <a:lstStyle/>
          <a:p>
            <a:r>
              <a:rPr lang="es-MX" sz="2200" dirty="0"/>
              <a:t>En este taller introductorio de Ciencia de Datos, se aprendió sobre cómo abordar proyectos desde una perspectiva práctica, destacando la importancia de entender las necesidades empresariales para lograr soluciones efectivas.</a:t>
            </a:r>
          </a:p>
          <a:p>
            <a:r>
              <a:rPr lang="es-MX" sz="2200" dirty="0"/>
              <a:t>A lo largo del taller, se exploró el Aprendizaje no Supervisado, descubriendo cómo el algoritmo K-means puede agrupar datos de manera automática para revelar patrones ocultos en grandes conjuntos de datos.</a:t>
            </a:r>
          </a:p>
          <a:p>
            <a:r>
              <a:rPr lang="es-MX" sz="2200" dirty="0"/>
              <a:t>Se empleó una herramienta no-code, KNIME, permitiendo a personas sin experiencia técnica participar activamente en el análisis de datos y la toma de decisiones informadas.</a:t>
            </a:r>
          </a:p>
          <a:p>
            <a:r>
              <a:rPr lang="es-MX" sz="2200" dirty="0"/>
              <a:t>Además, se dieron los primeros pasos en la clasificación de datos utilizando el sencillo pero poderoso algoritmo K-Nearest Neighbors (KNN), lo que brinda la capacidad de tomar decisiones basadas en la similitud de datos, una habilidad valiosa en diversas áreas empresariales.</a:t>
            </a:r>
          </a:p>
          <a:p>
            <a:r>
              <a:rPr lang="es-MX" sz="2200" dirty="0"/>
              <a:t>En resumen, este taller introductorio ha mostrado que la Ciencia de Datos es accesible y relevante para todos, independientemente de su formación en ingeniería, y que las herramientas no-code están allanando el camino para que más personas puedan aprovechar estas capacidades en sus </a:t>
            </a:r>
            <a:r>
              <a:rPr lang="es-MX" sz="2200"/>
              <a:t>roles empresariales.</a:t>
            </a:r>
            <a:endParaRPr lang="es-MX" sz="2200" dirty="0"/>
          </a:p>
        </p:txBody>
      </p:sp>
    </p:spTree>
    <p:extLst>
      <p:ext uri="{BB962C8B-B14F-4D97-AF65-F5344CB8AC3E}">
        <p14:creationId xmlns:p14="http://schemas.microsoft.com/office/powerpoint/2010/main" val="307885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2FF3C9-0C12-491F-953B-246811C895EE}"/>
              </a:ext>
            </a:extLst>
          </p:cNvPr>
          <p:cNvSpPr>
            <a:spLocks noGrp="1"/>
          </p:cNvSpPr>
          <p:nvPr>
            <p:ph type="title"/>
          </p:nvPr>
        </p:nvSpPr>
        <p:spPr>
          <a:xfrm>
            <a:off x="841248" y="426720"/>
            <a:ext cx="10506456" cy="1919141"/>
          </a:xfrm>
        </p:spPr>
        <p:txBody>
          <a:bodyPr anchor="b">
            <a:normAutofit/>
          </a:bodyPr>
          <a:lstStyle/>
          <a:p>
            <a:r>
              <a:rPr lang="es-MX" sz="6000" dirty="0"/>
              <a:t>¡Muchas gracias!</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Marcador de contenido 4" descr="Código QR&#10;&#10;Descripción generada automáticamente">
            <a:extLst>
              <a:ext uri="{FF2B5EF4-FFF2-40B4-BE49-F238E27FC236}">
                <a16:creationId xmlns:a16="http://schemas.microsoft.com/office/drawing/2014/main" id="{137C3267-5123-205F-2905-F2BC52AF61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2643" y="3336925"/>
            <a:ext cx="2906713" cy="2906713"/>
          </a:xfrm>
        </p:spPr>
      </p:pic>
    </p:spTree>
    <p:extLst>
      <p:ext uri="{BB962C8B-B14F-4D97-AF65-F5344CB8AC3E}">
        <p14:creationId xmlns:p14="http://schemas.microsoft.com/office/powerpoint/2010/main" val="6006902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TotalTime>
  <Words>5077</Words>
  <Application>Microsoft Macintosh PowerPoint</Application>
  <PresentationFormat>Panorámica</PresentationFormat>
  <Paragraphs>279</Paragraphs>
  <Slides>54</Slides>
  <Notes>29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54</vt:i4>
      </vt:variant>
    </vt:vector>
  </HeadingPairs>
  <TitlesOfParts>
    <vt:vector size="63" baseType="lpstr">
      <vt:lpstr>Arial</vt:lpstr>
      <vt:lpstr>Calibri</vt:lpstr>
      <vt:lpstr>Calibri Light</vt:lpstr>
      <vt:lpstr>Georgia</vt:lpstr>
      <vt:lpstr>JansonTextLTStd-Roman-Identity-H</vt:lpstr>
      <vt:lpstr>Lato</vt:lpstr>
      <vt:lpstr>Roboto</vt:lpstr>
      <vt:lpstr>Tahoma</vt:lpstr>
      <vt:lpstr>Tema de Office</vt:lpstr>
      <vt:lpstr>Ciencia de Datos para (no) ingenieros</vt:lpstr>
      <vt:lpstr>Agenda</vt:lpstr>
      <vt:lpstr>Objetivos del Taller</vt:lpstr>
      <vt:lpstr>Bibliografía</vt:lpstr>
      <vt:lpstr>Introducción</vt:lpstr>
      <vt:lpstr>Introducción</vt:lpstr>
      <vt:lpstr>Introducción</vt:lpstr>
      <vt:lpstr>Metodología</vt:lpstr>
      <vt:lpstr>Metodología de un proyecto de Ciencia de Datos</vt:lpstr>
      <vt:lpstr>1. Comprensión del negocio</vt:lpstr>
      <vt:lpstr>2. Enfoque analítico</vt:lpstr>
      <vt:lpstr>3. Requisitos de datos</vt:lpstr>
      <vt:lpstr>4. Recopilación de datos</vt:lpstr>
      <vt:lpstr>5. Comprensión de datos</vt:lpstr>
      <vt:lpstr>6. Preparación de datos</vt:lpstr>
      <vt:lpstr>Preparación de datos</vt:lpstr>
      <vt:lpstr>Preparación de datos</vt:lpstr>
      <vt:lpstr>Preparación de datos</vt:lpstr>
      <vt:lpstr>Trabajo con datos</vt:lpstr>
      <vt:lpstr>Preparación de datos</vt:lpstr>
      <vt:lpstr>7. Modelado</vt:lpstr>
      <vt:lpstr>Modelado</vt:lpstr>
      <vt:lpstr>8. Evaluación</vt:lpstr>
      <vt:lpstr>9. Implementación</vt:lpstr>
      <vt:lpstr>10. Retroalimentación</vt:lpstr>
      <vt:lpstr>Conceptos básicos</vt:lpstr>
      <vt:lpstr>Más conceptos básicos</vt:lpstr>
      <vt:lpstr>El trabajo mas “sexy” del siglo XXI</vt:lpstr>
      <vt:lpstr>Aprendizaje Automatizado</vt:lpstr>
      <vt:lpstr>Aprendizaje automatizado</vt:lpstr>
      <vt:lpstr>Aprendizaje Automatizado</vt:lpstr>
      <vt:lpstr>Algoritmos de Aprendizaje Automatizado</vt:lpstr>
      <vt:lpstr>Agrupamiento</vt:lpstr>
      <vt:lpstr>Agrupamiento</vt:lpstr>
      <vt:lpstr>Pasos para el desarrollo de un análisis de agrupamiento</vt:lpstr>
      <vt:lpstr>Medidas de similitud</vt:lpstr>
      <vt:lpstr>Medidas de distancia</vt:lpstr>
      <vt:lpstr>KMeans</vt:lpstr>
      <vt:lpstr>Clasificación de datos</vt:lpstr>
      <vt:lpstr>Motivación</vt:lpstr>
      <vt:lpstr>Motivación</vt:lpstr>
      <vt:lpstr>Clasificación</vt:lpstr>
      <vt:lpstr>k-Vecinos Más Cercanos</vt:lpstr>
      <vt:lpstr>k-Vecinos Más Cercanos (kNN)</vt:lpstr>
      <vt:lpstr>k-Vecinos Más Cercanos (kNN)</vt:lpstr>
      <vt:lpstr>k-Vecinos Más Cercanos (kNN)</vt:lpstr>
      <vt:lpstr>1-Vecino Más Cercano (1-NN)</vt:lpstr>
      <vt:lpstr>1-Vecino Más Cercano (1-NN)</vt:lpstr>
      <vt:lpstr>1-Vecino Más Cercano (1-NN)</vt:lpstr>
      <vt:lpstr>3-Vecino Más Cercano (1-NN)</vt:lpstr>
      <vt:lpstr>3-Vecino Más Cercano (1-NN)</vt:lpstr>
      <vt:lpstr>Práctica</vt:lpstr>
      <vt:lpstr>Conclusiones</vt:lpstr>
      <vt:lpstr>¡Muchas 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 Fundamental para la Ciencia de Datos</dc:title>
  <dc:creator>Bustio Martínez Lázaro</dc:creator>
  <cp:lastModifiedBy>Lazaro Bustio Martinez</cp:lastModifiedBy>
  <cp:revision>72</cp:revision>
  <dcterms:created xsi:type="dcterms:W3CDTF">2021-04-27T12:21:18Z</dcterms:created>
  <dcterms:modified xsi:type="dcterms:W3CDTF">2023-08-29T23:07:58Z</dcterms:modified>
</cp:coreProperties>
</file>