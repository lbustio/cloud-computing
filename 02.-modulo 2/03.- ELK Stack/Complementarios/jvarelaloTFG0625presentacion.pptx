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7" r:id="rId1"/>
  </p:sldMasterIdLst>
  <p:notesMasterIdLst>
    <p:notesMasterId r:id="rId23"/>
  </p:notesMasterIdLst>
  <p:sldIdLst>
    <p:sldId id="256" r:id="rId2"/>
    <p:sldId id="257" r:id="rId3"/>
    <p:sldId id="312" r:id="rId4"/>
    <p:sldId id="310" r:id="rId5"/>
    <p:sldId id="311" r:id="rId6"/>
    <p:sldId id="309" r:id="rId7"/>
    <p:sldId id="313" r:id="rId8"/>
    <p:sldId id="315" r:id="rId9"/>
    <p:sldId id="314" r:id="rId10"/>
    <p:sldId id="317" r:id="rId11"/>
    <p:sldId id="318" r:id="rId12"/>
    <p:sldId id="319" r:id="rId13"/>
    <p:sldId id="320" r:id="rId14"/>
    <p:sldId id="321" r:id="rId15"/>
    <p:sldId id="322" r:id="rId16"/>
    <p:sldId id="323" r:id="rId17"/>
    <p:sldId id="324" r:id="rId18"/>
    <p:sldId id="325" r:id="rId19"/>
    <p:sldId id="327" r:id="rId20"/>
    <p:sldId id="277" r:id="rId21"/>
    <p:sldId id="326" r:id="rId22"/>
  </p:sldIdLst>
  <p:sldSz cx="9144000" cy="5143500" type="screen16x9"/>
  <p:notesSz cx="6858000" cy="9144000"/>
  <p:embeddedFontLst>
    <p:embeddedFont>
      <p:font typeface="Fredoka One" panose="020F0502020204030204" pitchFamily="2" charset="0"/>
      <p:regular r:id="rId24"/>
    </p:embeddedFont>
    <p:embeddedFont>
      <p:font typeface="Raleway" panose="020F0502020204030204" pitchFamily="2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AC420C7-8459-4C2F-94B2-2350B353FFD6}">
  <a:tblStyle styleId="{CAC420C7-8459-4C2F-94B2-2350B353FFD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300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5" name="Google Shape;53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g8ceba84788_0_29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4" name="Google Shape;874;g8ceba84788_0_29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8">
          <a:extLst>
            <a:ext uri="{FF2B5EF4-FFF2-40B4-BE49-F238E27FC236}">
              <a16:creationId xmlns:a16="http://schemas.microsoft.com/office/drawing/2014/main" id="{08543E7F-9D4A-82A4-0A77-EDCCFD1FE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g9653453a32_0_4:notes">
            <a:extLst>
              <a:ext uri="{FF2B5EF4-FFF2-40B4-BE49-F238E27FC236}">
                <a16:creationId xmlns:a16="http://schemas.microsoft.com/office/drawing/2014/main" id="{7180F8FC-61D1-CAB6-A570-20181FB505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0" name="Google Shape;880;g9653453a32_0_4:notes">
            <a:extLst>
              <a:ext uri="{FF2B5EF4-FFF2-40B4-BE49-F238E27FC236}">
                <a16:creationId xmlns:a16="http://schemas.microsoft.com/office/drawing/2014/main" id="{FB7A13FA-D21C-999C-032E-98856A8877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679939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2">
          <a:extLst>
            <a:ext uri="{FF2B5EF4-FFF2-40B4-BE49-F238E27FC236}">
              <a16:creationId xmlns:a16="http://schemas.microsoft.com/office/drawing/2014/main" id="{D7E0EF75-3C29-9A1B-7890-F59C24C18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g8ceba84788_0_2923:notes">
            <a:extLst>
              <a:ext uri="{FF2B5EF4-FFF2-40B4-BE49-F238E27FC236}">
                <a16:creationId xmlns:a16="http://schemas.microsoft.com/office/drawing/2014/main" id="{BA712BC6-20AE-FA93-8977-EA39599ABA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4" name="Google Shape;874;g8ceba84788_0_2923:notes">
            <a:extLst>
              <a:ext uri="{FF2B5EF4-FFF2-40B4-BE49-F238E27FC236}">
                <a16:creationId xmlns:a16="http://schemas.microsoft.com/office/drawing/2014/main" id="{B1E5DD8F-68FA-024A-DE1C-8B1F4B1C14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576804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2">
          <a:extLst>
            <a:ext uri="{FF2B5EF4-FFF2-40B4-BE49-F238E27FC236}">
              <a16:creationId xmlns:a16="http://schemas.microsoft.com/office/drawing/2014/main" id="{454F005A-692D-EEF9-5EFA-6DB05F808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g8ceba84788_0_2923:notes">
            <a:extLst>
              <a:ext uri="{FF2B5EF4-FFF2-40B4-BE49-F238E27FC236}">
                <a16:creationId xmlns:a16="http://schemas.microsoft.com/office/drawing/2014/main" id="{6F07F92F-4583-0FE3-9C31-533BB47806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4" name="Google Shape;874;g8ceba84788_0_2923:notes">
            <a:extLst>
              <a:ext uri="{FF2B5EF4-FFF2-40B4-BE49-F238E27FC236}">
                <a16:creationId xmlns:a16="http://schemas.microsoft.com/office/drawing/2014/main" id="{5B92A527-103D-7DD8-90CE-A9D8EB6AE3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628376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2">
          <a:extLst>
            <a:ext uri="{FF2B5EF4-FFF2-40B4-BE49-F238E27FC236}">
              <a16:creationId xmlns:a16="http://schemas.microsoft.com/office/drawing/2014/main" id="{1A12A3A3-48A5-E210-57FF-58A59668D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g8ceba84788_0_2923:notes">
            <a:extLst>
              <a:ext uri="{FF2B5EF4-FFF2-40B4-BE49-F238E27FC236}">
                <a16:creationId xmlns:a16="http://schemas.microsoft.com/office/drawing/2014/main" id="{8324C705-9485-9017-4A9F-81121A5301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4" name="Google Shape;874;g8ceba84788_0_2923:notes">
            <a:extLst>
              <a:ext uri="{FF2B5EF4-FFF2-40B4-BE49-F238E27FC236}">
                <a16:creationId xmlns:a16="http://schemas.microsoft.com/office/drawing/2014/main" id="{E5F221E8-AA8E-0C4E-8CE8-607A8575BC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176624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8">
          <a:extLst>
            <a:ext uri="{FF2B5EF4-FFF2-40B4-BE49-F238E27FC236}">
              <a16:creationId xmlns:a16="http://schemas.microsoft.com/office/drawing/2014/main" id="{BA77FF99-B04E-B00D-9B02-1B2DF6DDB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g9653453a32_0_4:notes">
            <a:extLst>
              <a:ext uri="{FF2B5EF4-FFF2-40B4-BE49-F238E27FC236}">
                <a16:creationId xmlns:a16="http://schemas.microsoft.com/office/drawing/2014/main" id="{806CB1C7-D746-14D1-C9C5-43A00BBD0D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0" name="Google Shape;880;g9653453a32_0_4:notes">
            <a:extLst>
              <a:ext uri="{FF2B5EF4-FFF2-40B4-BE49-F238E27FC236}">
                <a16:creationId xmlns:a16="http://schemas.microsoft.com/office/drawing/2014/main" id="{EACD51BE-B4ED-5650-4B93-034608DDAC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121849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8">
          <a:extLst>
            <a:ext uri="{FF2B5EF4-FFF2-40B4-BE49-F238E27FC236}">
              <a16:creationId xmlns:a16="http://schemas.microsoft.com/office/drawing/2014/main" id="{18CCEA93-3D2D-ADB8-CF9B-86EF2314A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g9653453a32_0_4:notes">
            <a:extLst>
              <a:ext uri="{FF2B5EF4-FFF2-40B4-BE49-F238E27FC236}">
                <a16:creationId xmlns:a16="http://schemas.microsoft.com/office/drawing/2014/main" id="{6F67F64E-2E64-14DC-66EA-74CC74358A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0" name="Google Shape;880;g9653453a32_0_4:notes">
            <a:extLst>
              <a:ext uri="{FF2B5EF4-FFF2-40B4-BE49-F238E27FC236}">
                <a16:creationId xmlns:a16="http://schemas.microsoft.com/office/drawing/2014/main" id="{40712533-AE20-5C0A-542E-14B947B77C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865429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2">
          <a:extLst>
            <a:ext uri="{FF2B5EF4-FFF2-40B4-BE49-F238E27FC236}">
              <a16:creationId xmlns:a16="http://schemas.microsoft.com/office/drawing/2014/main" id="{9801DDBE-5695-0C45-2FE2-B71E270C7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g8ceba84788_0_2923:notes">
            <a:extLst>
              <a:ext uri="{FF2B5EF4-FFF2-40B4-BE49-F238E27FC236}">
                <a16:creationId xmlns:a16="http://schemas.microsoft.com/office/drawing/2014/main" id="{82339FC7-1407-2538-D39B-7091FB6AA8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4" name="Google Shape;874;g8ceba84788_0_2923:notes">
            <a:extLst>
              <a:ext uri="{FF2B5EF4-FFF2-40B4-BE49-F238E27FC236}">
                <a16:creationId xmlns:a16="http://schemas.microsoft.com/office/drawing/2014/main" id="{F1C369B3-62CB-E3E0-644B-8100C2314B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344985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2">
          <a:extLst>
            <a:ext uri="{FF2B5EF4-FFF2-40B4-BE49-F238E27FC236}">
              <a16:creationId xmlns:a16="http://schemas.microsoft.com/office/drawing/2014/main" id="{7BA20A23-8187-90C2-1FD3-507877011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g8ceba84788_0_2923:notes">
            <a:extLst>
              <a:ext uri="{FF2B5EF4-FFF2-40B4-BE49-F238E27FC236}">
                <a16:creationId xmlns:a16="http://schemas.microsoft.com/office/drawing/2014/main" id="{82DA57AA-20F1-910C-8211-84D2879E07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4" name="Google Shape;874;g8ceba84788_0_2923:notes">
            <a:extLst>
              <a:ext uri="{FF2B5EF4-FFF2-40B4-BE49-F238E27FC236}">
                <a16:creationId xmlns:a16="http://schemas.microsoft.com/office/drawing/2014/main" id="{DE27A7B2-7D31-C171-6925-8E99625772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12525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8">
          <a:extLst>
            <a:ext uri="{FF2B5EF4-FFF2-40B4-BE49-F238E27FC236}">
              <a16:creationId xmlns:a16="http://schemas.microsoft.com/office/drawing/2014/main" id="{2F25E2F8-21AD-71D8-687C-2C05F1E54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g9653453a32_0_4:notes">
            <a:extLst>
              <a:ext uri="{FF2B5EF4-FFF2-40B4-BE49-F238E27FC236}">
                <a16:creationId xmlns:a16="http://schemas.microsoft.com/office/drawing/2014/main" id="{C8427AE6-42F1-DB52-AE11-8A52148142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0" name="Google Shape;880;g9653453a32_0_4:notes">
            <a:extLst>
              <a:ext uri="{FF2B5EF4-FFF2-40B4-BE49-F238E27FC236}">
                <a16:creationId xmlns:a16="http://schemas.microsoft.com/office/drawing/2014/main" id="{196B0137-077B-444E-ED42-A69F84A6DE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620760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2">
          <a:extLst>
            <a:ext uri="{FF2B5EF4-FFF2-40B4-BE49-F238E27FC236}">
              <a16:creationId xmlns:a16="http://schemas.microsoft.com/office/drawing/2014/main" id="{138B4F19-0E2D-F811-4E6E-C78C928D7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g8ceba84788_0_2923:notes">
            <a:extLst>
              <a:ext uri="{FF2B5EF4-FFF2-40B4-BE49-F238E27FC236}">
                <a16:creationId xmlns:a16="http://schemas.microsoft.com/office/drawing/2014/main" id="{9FAB2992-6011-9F27-7ECC-391D0E8910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4" name="Google Shape;874;g8ceba84788_0_2923:notes">
            <a:extLst>
              <a:ext uri="{FF2B5EF4-FFF2-40B4-BE49-F238E27FC236}">
                <a16:creationId xmlns:a16="http://schemas.microsoft.com/office/drawing/2014/main" id="{30AA6813-CC6E-ECDD-E374-ADD25FD249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356611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2">
          <a:extLst>
            <a:ext uri="{FF2B5EF4-FFF2-40B4-BE49-F238E27FC236}">
              <a16:creationId xmlns:a16="http://schemas.microsoft.com/office/drawing/2014/main" id="{38FD8964-B1B7-93E9-BC53-0388CF570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g8ceba84788_0_2923:notes">
            <a:extLst>
              <a:ext uri="{FF2B5EF4-FFF2-40B4-BE49-F238E27FC236}">
                <a16:creationId xmlns:a16="http://schemas.microsoft.com/office/drawing/2014/main" id="{4A5D3B8C-FF79-C83E-C95A-127B76F8B2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4" name="Google Shape;874;g8ceba84788_0_2923:notes">
            <a:extLst>
              <a:ext uri="{FF2B5EF4-FFF2-40B4-BE49-F238E27FC236}">
                <a16:creationId xmlns:a16="http://schemas.microsoft.com/office/drawing/2014/main" id="{795B69FC-C227-D962-70F6-E97183A9BB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08845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2">
          <a:extLst>
            <a:ext uri="{FF2B5EF4-FFF2-40B4-BE49-F238E27FC236}">
              <a16:creationId xmlns:a16="http://schemas.microsoft.com/office/drawing/2014/main" id="{77EF06E0-0286-99E8-939E-979762582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g8ceba84788_0_2923:notes">
            <a:extLst>
              <a:ext uri="{FF2B5EF4-FFF2-40B4-BE49-F238E27FC236}">
                <a16:creationId xmlns:a16="http://schemas.microsoft.com/office/drawing/2014/main" id="{21559313-9E27-45DC-BC63-8632B9DDB3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4" name="Google Shape;874;g8ceba84788_0_2923:notes">
            <a:extLst>
              <a:ext uri="{FF2B5EF4-FFF2-40B4-BE49-F238E27FC236}">
                <a16:creationId xmlns:a16="http://schemas.microsoft.com/office/drawing/2014/main" id="{7D6A7558-4EAA-D685-50E9-19F9F7191A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840032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8">
          <a:extLst>
            <a:ext uri="{FF2B5EF4-FFF2-40B4-BE49-F238E27FC236}">
              <a16:creationId xmlns:a16="http://schemas.microsoft.com/office/drawing/2014/main" id="{34A78AEF-03DC-6350-D513-E7D3C9C9A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g9653453a32_0_4:notes">
            <a:extLst>
              <a:ext uri="{FF2B5EF4-FFF2-40B4-BE49-F238E27FC236}">
                <a16:creationId xmlns:a16="http://schemas.microsoft.com/office/drawing/2014/main" id="{400BA895-501E-BBA0-4738-60BD0FA0CB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0" name="Google Shape;880;g9653453a32_0_4:notes">
            <a:extLst>
              <a:ext uri="{FF2B5EF4-FFF2-40B4-BE49-F238E27FC236}">
                <a16:creationId xmlns:a16="http://schemas.microsoft.com/office/drawing/2014/main" id="{EF45D8B7-321E-7128-5582-8D7ACA28B8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717270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2">
          <a:extLst>
            <a:ext uri="{FF2B5EF4-FFF2-40B4-BE49-F238E27FC236}">
              <a16:creationId xmlns:a16="http://schemas.microsoft.com/office/drawing/2014/main" id="{7B021F9A-7475-50B4-1194-270CF44A0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g8ceba84788_0_2923:notes">
            <a:extLst>
              <a:ext uri="{FF2B5EF4-FFF2-40B4-BE49-F238E27FC236}">
                <a16:creationId xmlns:a16="http://schemas.microsoft.com/office/drawing/2014/main" id="{31142A88-4955-3E5F-913B-E8D39EBD49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4" name="Google Shape;874;g8ceba84788_0_2923:notes">
            <a:extLst>
              <a:ext uri="{FF2B5EF4-FFF2-40B4-BE49-F238E27FC236}">
                <a16:creationId xmlns:a16="http://schemas.microsoft.com/office/drawing/2014/main" id="{2C2566C3-E52D-4741-33C5-AD28FAF7B8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851741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2">
          <a:extLst>
            <a:ext uri="{FF2B5EF4-FFF2-40B4-BE49-F238E27FC236}">
              <a16:creationId xmlns:a16="http://schemas.microsoft.com/office/drawing/2014/main" id="{2D3B038A-D9F3-E29D-C62D-3274DD289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g8ceba84788_0_2923:notes">
            <a:extLst>
              <a:ext uri="{FF2B5EF4-FFF2-40B4-BE49-F238E27FC236}">
                <a16:creationId xmlns:a16="http://schemas.microsoft.com/office/drawing/2014/main" id="{E402851B-17AC-44FB-C1A8-8D82BAFAE3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4" name="Google Shape;874;g8ceba84788_0_2923:notes">
            <a:extLst>
              <a:ext uri="{FF2B5EF4-FFF2-40B4-BE49-F238E27FC236}">
                <a16:creationId xmlns:a16="http://schemas.microsoft.com/office/drawing/2014/main" id="{2D6B3E88-781E-B721-BB0F-2AC3A70A20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2891098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8">
          <a:extLst>
            <a:ext uri="{FF2B5EF4-FFF2-40B4-BE49-F238E27FC236}">
              <a16:creationId xmlns:a16="http://schemas.microsoft.com/office/drawing/2014/main" id="{D83CBA02-DF96-91D5-FBC9-6109D27FA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g9653453a32_0_4:notes">
            <a:extLst>
              <a:ext uri="{FF2B5EF4-FFF2-40B4-BE49-F238E27FC236}">
                <a16:creationId xmlns:a16="http://schemas.microsoft.com/office/drawing/2014/main" id="{DB3F194B-D91A-4702-6643-790862CA1F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0" name="Google Shape;880;g9653453a32_0_4:notes">
            <a:extLst>
              <a:ext uri="{FF2B5EF4-FFF2-40B4-BE49-F238E27FC236}">
                <a16:creationId xmlns:a16="http://schemas.microsoft.com/office/drawing/2014/main" id="{4294957C-0A7E-CC60-010D-81CDF19F02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4731717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8">
          <a:extLst>
            <a:ext uri="{FF2B5EF4-FFF2-40B4-BE49-F238E27FC236}">
              <a16:creationId xmlns:a16="http://schemas.microsoft.com/office/drawing/2014/main" id="{D23EA890-02A4-BB0E-EBE4-D5C53B59C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g9653453a32_0_4:notes">
            <a:extLst>
              <a:ext uri="{FF2B5EF4-FFF2-40B4-BE49-F238E27FC236}">
                <a16:creationId xmlns:a16="http://schemas.microsoft.com/office/drawing/2014/main" id="{99F4F158-BB78-41FF-76CD-EBA105303C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0" name="Google Shape;880;g9653453a32_0_4:notes">
            <a:extLst>
              <a:ext uri="{FF2B5EF4-FFF2-40B4-BE49-F238E27FC236}">
                <a16:creationId xmlns:a16="http://schemas.microsoft.com/office/drawing/2014/main" id="{3CE9D037-209A-366B-D436-794F84BA46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123091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7" name="Google Shape;2137;g9653453a32_0_5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8" name="Google Shape;2138;g9653453a32_0_5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6">
          <a:extLst>
            <a:ext uri="{FF2B5EF4-FFF2-40B4-BE49-F238E27FC236}">
              <a16:creationId xmlns:a16="http://schemas.microsoft.com/office/drawing/2014/main" id="{1E638FB4-8502-0479-79D2-F21306E2A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7" name="Google Shape;2137;g9653453a32_0_511:notes">
            <a:extLst>
              <a:ext uri="{FF2B5EF4-FFF2-40B4-BE49-F238E27FC236}">
                <a16:creationId xmlns:a16="http://schemas.microsoft.com/office/drawing/2014/main" id="{C81662C1-525C-31E9-0B96-4B26030E72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8" name="Google Shape;2138;g9653453a32_0_511:notes">
            <a:extLst>
              <a:ext uri="{FF2B5EF4-FFF2-40B4-BE49-F238E27FC236}">
                <a16:creationId xmlns:a16="http://schemas.microsoft.com/office/drawing/2014/main" id="{E1FAC802-4E11-AFBE-92DF-5571CC9362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31373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3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685800" y="534963"/>
            <a:ext cx="4410300" cy="170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000">
                <a:solidFill>
                  <a:srgbClr val="FFFFFF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685800" y="2278345"/>
            <a:ext cx="4410300" cy="4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 rot="12770">
            <a:off x="3143723" y="-723971"/>
            <a:ext cx="8629335" cy="7691461"/>
            <a:chOff x="1543903" y="1051131"/>
            <a:chExt cx="4579322" cy="4218197"/>
          </a:xfrm>
        </p:grpSpPr>
        <p:sp>
          <p:nvSpPr>
            <p:cNvPr id="12" name="Google Shape;12;p2"/>
            <p:cNvSpPr/>
            <p:nvPr/>
          </p:nvSpPr>
          <p:spPr>
            <a:xfrm>
              <a:off x="1543903" y="1051131"/>
              <a:ext cx="4579322" cy="4218197"/>
            </a:xfrm>
            <a:custGeom>
              <a:avLst/>
              <a:gdLst/>
              <a:ahLst/>
              <a:cxnLst/>
              <a:rect l="l" t="t" r="r" b="b"/>
              <a:pathLst>
                <a:path w="154472" h="148515" extrusionOk="0">
                  <a:moveTo>
                    <a:pt x="88939" y="1"/>
                  </a:moveTo>
                  <a:cubicBezTo>
                    <a:pt x="84075" y="1"/>
                    <a:pt x="78478" y="1648"/>
                    <a:pt x="72069" y="5669"/>
                  </a:cubicBezTo>
                  <a:cubicBezTo>
                    <a:pt x="61886" y="12053"/>
                    <a:pt x="57236" y="24332"/>
                    <a:pt x="54895" y="35457"/>
                  </a:cubicBezTo>
                  <a:cubicBezTo>
                    <a:pt x="52919" y="44971"/>
                    <a:pt x="43679" y="50017"/>
                    <a:pt x="36810" y="55214"/>
                  </a:cubicBezTo>
                  <a:cubicBezTo>
                    <a:pt x="28360" y="61658"/>
                    <a:pt x="20214" y="69135"/>
                    <a:pt x="13587" y="77677"/>
                  </a:cubicBezTo>
                  <a:cubicBezTo>
                    <a:pt x="0" y="95245"/>
                    <a:pt x="821" y="110929"/>
                    <a:pt x="9454" y="127465"/>
                  </a:cubicBezTo>
                  <a:cubicBezTo>
                    <a:pt x="12068" y="132419"/>
                    <a:pt x="16505" y="140140"/>
                    <a:pt x="29545" y="145489"/>
                  </a:cubicBezTo>
                  <a:cubicBezTo>
                    <a:pt x="34502" y="147539"/>
                    <a:pt x="39466" y="148514"/>
                    <a:pt x="44435" y="148514"/>
                  </a:cubicBezTo>
                  <a:cubicBezTo>
                    <a:pt x="57077" y="148514"/>
                    <a:pt x="69748" y="142200"/>
                    <a:pt x="82403" y="131203"/>
                  </a:cubicBezTo>
                  <a:cubicBezTo>
                    <a:pt x="86415" y="127708"/>
                    <a:pt x="89850" y="123544"/>
                    <a:pt x="93680" y="119866"/>
                  </a:cubicBezTo>
                  <a:cubicBezTo>
                    <a:pt x="97662" y="115975"/>
                    <a:pt x="102130" y="112601"/>
                    <a:pt x="106902" y="109774"/>
                  </a:cubicBezTo>
                  <a:cubicBezTo>
                    <a:pt x="118027" y="103209"/>
                    <a:pt x="131097" y="99561"/>
                    <a:pt x="140672" y="90868"/>
                  </a:cubicBezTo>
                  <a:cubicBezTo>
                    <a:pt x="145748" y="86279"/>
                    <a:pt x="149608" y="80351"/>
                    <a:pt x="151766" y="73847"/>
                  </a:cubicBezTo>
                  <a:cubicBezTo>
                    <a:pt x="154471" y="65670"/>
                    <a:pt x="152739" y="56977"/>
                    <a:pt x="146721" y="50898"/>
                  </a:cubicBezTo>
                  <a:cubicBezTo>
                    <a:pt x="141037" y="45153"/>
                    <a:pt x="136112" y="44849"/>
                    <a:pt x="130337" y="42205"/>
                  </a:cubicBezTo>
                  <a:cubicBezTo>
                    <a:pt x="123285" y="38892"/>
                    <a:pt x="118392" y="36430"/>
                    <a:pt x="116294" y="28892"/>
                  </a:cubicBezTo>
                  <a:cubicBezTo>
                    <a:pt x="113682" y="19384"/>
                    <a:pt x="105622" y="1"/>
                    <a:pt x="8893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2818350" y="1817311"/>
              <a:ext cx="218125" cy="218125"/>
            </a:xfrm>
            <a:custGeom>
              <a:avLst/>
              <a:gdLst/>
              <a:ahLst/>
              <a:cxnLst/>
              <a:rect l="l" t="t" r="r" b="b"/>
              <a:pathLst>
                <a:path w="8725" h="8725" extrusionOk="0">
                  <a:moveTo>
                    <a:pt x="4377" y="1"/>
                  </a:moveTo>
                  <a:cubicBezTo>
                    <a:pt x="1946" y="1"/>
                    <a:pt x="0" y="1946"/>
                    <a:pt x="0" y="4347"/>
                  </a:cubicBezTo>
                  <a:cubicBezTo>
                    <a:pt x="0" y="6779"/>
                    <a:pt x="1946" y="8724"/>
                    <a:pt x="4377" y="8724"/>
                  </a:cubicBezTo>
                  <a:cubicBezTo>
                    <a:pt x="6779" y="8724"/>
                    <a:pt x="8724" y="6779"/>
                    <a:pt x="8724" y="4347"/>
                  </a:cubicBezTo>
                  <a:cubicBezTo>
                    <a:pt x="8724" y="1946"/>
                    <a:pt x="6779" y="1"/>
                    <a:pt x="43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3016041" y="1693534"/>
              <a:ext cx="96525" cy="96525"/>
            </a:xfrm>
            <a:custGeom>
              <a:avLst/>
              <a:gdLst/>
              <a:ahLst/>
              <a:cxnLst/>
              <a:rect l="l" t="t" r="r" b="b"/>
              <a:pathLst>
                <a:path w="3861" h="3861" extrusionOk="0">
                  <a:moveTo>
                    <a:pt x="1946" y="1"/>
                  </a:moveTo>
                  <a:cubicBezTo>
                    <a:pt x="851" y="1"/>
                    <a:pt x="0" y="852"/>
                    <a:pt x="0" y="1946"/>
                  </a:cubicBezTo>
                  <a:cubicBezTo>
                    <a:pt x="0" y="3010"/>
                    <a:pt x="851" y="3861"/>
                    <a:pt x="1946" y="3861"/>
                  </a:cubicBezTo>
                  <a:cubicBezTo>
                    <a:pt x="3010" y="3861"/>
                    <a:pt x="3861" y="3010"/>
                    <a:pt x="3861" y="1946"/>
                  </a:cubicBezTo>
                  <a:cubicBezTo>
                    <a:pt x="3861" y="852"/>
                    <a:pt x="3010" y="1"/>
                    <a:pt x="19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oogle Shape;48;p8"/>
          <p:cNvGrpSpPr/>
          <p:nvPr/>
        </p:nvGrpSpPr>
        <p:grpSpPr>
          <a:xfrm rot="-6901726">
            <a:off x="-2319547" y="-2509460"/>
            <a:ext cx="10526452" cy="10365738"/>
            <a:chOff x="1132290" y="467842"/>
            <a:chExt cx="5085019" cy="4954098"/>
          </a:xfrm>
        </p:grpSpPr>
        <p:sp>
          <p:nvSpPr>
            <p:cNvPr id="49" name="Google Shape;49;p8"/>
            <p:cNvSpPr/>
            <p:nvPr/>
          </p:nvSpPr>
          <p:spPr>
            <a:xfrm rot="-1172623">
              <a:off x="1674207" y="1021347"/>
              <a:ext cx="4001184" cy="3847088"/>
            </a:xfrm>
            <a:custGeom>
              <a:avLst/>
              <a:gdLst/>
              <a:ahLst/>
              <a:cxnLst/>
              <a:rect l="l" t="t" r="r" b="b"/>
              <a:pathLst>
                <a:path w="154472" h="148515" extrusionOk="0">
                  <a:moveTo>
                    <a:pt x="88939" y="1"/>
                  </a:moveTo>
                  <a:cubicBezTo>
                    <a:pt x="84075" y="1"/>
                    <a:pt x="78478" y="1648"/>
                    <a:pt x="72069" y="5669"/>
                  </a:cubicBezTo>
                  <a:cubicBezTo>
                    <a:pt x="61886" y="12053"/>
                    <a:pt x="57236" y="24332"/>
                    <a:pt x="54895" y="35457"/>
                  </a:cubicBezTo>
                  <a:cubicBezTo>
                    <a:pt x="52919" y="44971"/>
                    <a:pt x="43679" y="50017"/>
                    <a:pt x="36810" y="55214"/>
                  </a:cubicBezTo>
                  <a:cubicBezTo>
                    <a:pt x="28360" y="61658"/>
                    <a:pt x="20214" y="69135"/>
                    <a:pt x="13587" y="77677"/>
                  </a:cubicBezTo>
                  <a:cubicBezTo>
                    <a:pt x="0" y="95245"/>
                    <a:pt x="821" y="110929"/>
                    <a:pt x="9454" y="127465"/>
                  </a:cubicBezTo>
                  <a:cubicBezTo>
                    <a:pt x="12068" y="132419"/>
                    <a:pt x="16505" y="140140"/>
                    <a:pt x="29545" y="145489"/>
                  </a:cubicBezTo>
                  <a:cubicBezTo>
                    <a:pt x="34502" y="147539"/>
                    <a:pt x="39466" y="148514"/>
                    <a:pt x="44435" y="148514"/>
                  </a:cubicBezTo>
                  <a:cubicBezTo>
                    <a:pt x="57077" y="148514"/>
                    <a:pt x="69748" y="142200"/>
                    <a:pt x="82403" y="131203"/>
                  </a:cubicBezTo>
                  <a:cubicBezTo>
                    <a:pt x="86415" y="127708"/>
                    <a:pt x="89850" y="123544"/>
                    <a:pt x="93680" y="119866"/>
                  </a:cubicBezTo>
                  <a:cubicBezTo>
                    <a:pt x="97662" y="115975"/>
                    <a:pt x="102130" y="112601"/>
                    <a:pt x="106902" y="109774"/>
                  </a:cubicBezTo>
                  <a:cubicBezTo>
                    <a:pt x="118027" y="103209"/>
                    <a:pt x="131097" y="99561"/>
                    <a:pt x="140672" y="90868"/>
                  </a:cubicBezTo>
                  <a:cubicBezTo>
                    <a:pt x="145748" y="86279"/>
                    <a:pt x="149608" y="80351"/>
                    <a:pt x="151766" y="73847"/>
                  </a:cubicBezTo>
                  <a:cubicBezTo>
                    <a:pt x="154471" y="65670"/>
                    <a:pt x="152739" y="56977"/>
                    <a:pt x="146721" y="50898"/>
                  </a:cubicBezTo>
                  <a:cubicBezTo>
                    <a:pt x="141037" y="45153"/>
                    <a:pt x="136112" y="44849"/>
                    <a:pt x="130337" y="42205"/>
                  </a:cubicBezTo>
                  <a:cubicBezTo>
                    <a:pt x="123285" y="38892"/>
                    <a:pt x="118392" y="36430"/>
                    <a:pt x="116294" y="28892"/>
                  </a:cubicBezTo>
                  <a:cubicBezTo>
                    <a:pt x="113682" y="19384"/>
                    <a:pt x="105622" y="1"/>
                    <a:pt x="8893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8"/>
            <p:cNvSpPr/>
            <p:nvPr/>
          </p:nvSpPr>
          <p:spPr>
            <a:xfrm>
              <a:off x="2818350" y="1817311"/>
              <a:ext cx="218125" cy="218125"/>
            </a:xfrm>
            <a:custGeom>
              <a:avLst/>
              <a:gdLst/>
              <a:ahLst/>
              <a:cxnLst/>
              <a:rect l="l" t="t" r="r" b="b"/>
              <a:pathLst>
                <a:path w="8725" h="8725" extrusionOk="0">
                  <a:moveTo>
                    <a:pt x="4377" y="1"/>
                  </a:moveTo>
                  <a:cubicBezTo>
                    <a:pt x="1946" y="1"/>
                    <a:pt x="0" y="1946"/>
                    <a:pt x="0" y="4347"/>
                  </a:cubicBezTo>
                  <a:cubicBezTo>
                    <a:pt x="0" y="6779"/>
                    <a:pt x="1946" y="8724"/>
                    <a:pt x="4377" y="8724"/>
                  </a:cubicBezTo>
                  <a:cubicBezTo>
                    <a:pt x="6779" y="8724"/>
                    <a:pt x="8724" y="6779"/>
                    <a:pt x="8724" y="4347"/>
                  </a:cubicBezTo>
                  <a:cubicBezTo>
                    <a:pt x="8724" y="1946"/>
                    <a:pt x="6779" y="1"/>
                    <a:pt x="43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8"/>
            <p:cNvSpPr/>
            <p:nvPr/>
          </p:nvSpPr>
          <p:spPr>
            <a:xfrm>
              <a:off x="3016041" y="1693534"/>
              <a:ext cx="96525" cy="96525"/>
            </a:xfrm>
            <a:custGeom>
              <a:avLst/>
              <a:gdLst/>
              <a:ahLst/>
              <a:cxnLst/>
              <a:rect l="l" t="t" r="r" b="b"/>
              <a:pathLst>
                <a:path w="3861" h="3861" extrusionOk="0">
                  <a:moveTo>
                    <a:pt x="1946" y="1"/>
                  </a:moveTo>
                  <a:cubicBezTo>
                    <a:pt x="851" y="1"/>
                    <a:pt x="0" y="852"/>
                    <a:pt x="0" y="1946"/>
                  </a:cubicBezTo>
                  <a:cubicBezTo>
                    <a:pt x="0" y="3010"/>
                    <a:pt x="851" y="3861"/>
                    <a:pt x="1946" y="3861"/>
                  </a:cubicBezTo>
                  <a:cubicBezTo>
                    <a:pt x="3010" y="3861"/>
                    <a:pt x="3861" y="3010"/>
                    <a:pt x="3861" y="1946"/>
                  </a:cubicBezTo>
                  <a:cubicBezTo>
                    <a:pt x="3861" y="852"/>
                    <a:pt x="3010" y="1"/>
                    <a:pt x="19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8"/>
          <p:cNvSpPr txBox="1">
            <a:spLocks noGrp="1"/>
          </p:cNvSpPr>
          <p:nvPr>
            <p:ph type="title"/>
          </p:nvPr>
        </p:nvSpPr>
        <p:spPr>
          <a:xfrm>
            <a:off x="627800" y="1790250"/>
            <a:ext cx="49824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ubTitle" idx="1"/>
          </p:nvPr>
        </p:nvSpPr>
        <p:spPr>
          <a:xfrm>
            <a:off x="627800" y="2632050"/>
            <a:ext cx="4982400" cy="72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 rot="2506023">
            <a:off x="1274638" y="-703256"/>
            <a:ext cx="6812756" cy="6550031"/>
            <a:chOff x="1786775" y="1002200"/>
            <a:chExt cx="3861800" cy="3712875"/>
          </a:xfrm>
        </p:grpSpPr>
        <p:sp>
          <p:nvSpPr>
            <p:cNvPr id="71" name="Google Shape;71;p11"/>
            <p:cNvSpPr/>
            <p:nvPr/>
          </p:nvSpPr>
          <p:spPr>
            <a:xfrm>
              <a:off x="1786775" y="1002200"/>
              <a:ext cx="3861800" cy="3712875"/>
            </a:xfrm>
            <a:custGeom>
              <a:avLst/>
              <a:gdLst/>
              <a:ahLst/>
              <a:cxnLst/>
              <a:rect l="l" t="t" r="r" b="b"/>
              <a:pathLst>
                <a:path w="154472" h="148515" extrusionOk="0">
                  <a:moveTo>
                    <a:pt x="88939" y="1"/>
                  </a:moveTo>
                  <a:cubicBezTo>
                    <a:pt x="84075" y="1"/>
                    <a:pt x="78478" y="1648"/>
                    <a:pt x="72069" y="5669"/>
                  </a:cubicBezTo>
                  <a:cubicBezTo>
                    <a:pt x="61886" y="12053"/>
                    <a:pt x="57236" y="24332"/>
                    <a:pt x="54895" y="35457"/>
                  </a:cubicBezTo>
                  <a:cubicBezTo>
                    <a:pt x="52919" y="44971"/>
                    <a:pt x="43679" y="50017"/>
                    <a:pt x="36810" y="55214"/>
                  </a:cubicBezTo>
                  <a:cubicBezTo>
                    <a:pt x="28360" y="61658"/>
                    <a:pt x="20214" y="69135"/>
                    <a:pt x="13587" y="77677"/>
                  </a:cubicBezTo>
                  <a:cubicBezTo>
                    <a:pt x="0" y="95245"/>
                    <a:pt x="821" y="110929"/>
                    <a:pt x="9454" y="127465"/>
                  </a:cubicBezTo>
                  <a:cubicBezTo>
                    <a:pt x="12068" y="132419"/>
                    <a:pt x="16505" y="140140"/>
                    <a:pt x="29545" y="145489"/>
                  </a:cubicBezTo>
                  <a:cubicBezTo>
                    <a:pt x="34502" y="147539"/>
                    <a:pt x="39466" y="148514"/>
                    <a:pt x="44435" y="148514"/>
                  </a:cubicBezTo>
                  <a:cubicBezTo>
                    <a:pt x="57077" y="148514"/>
                    <a:pt x="69748" y="142200"/>
                    <a:pt x="82403" y="131203"/>
                  </a:cubicBezTo>
                  <a:cubicBezTo>
                    <a:pt x="86415" y="127708"/>
                    <a:pt x="89850" y="123544"/>
                    <a:pt x="93680" y="119866"/>
                  </a:cubicBezTo>
                  <a:cubicBezTo>
                    <a:pt x="97662" y="115975"/>
                    <a:pt x="102130" y="112601"/>
                    <a:pt x="106902" y="109774"/>
                  </a:cubicBezTo>
                  <a:cubicBezTo>
                    <a:pt x="118027" y="103209"/>
                    <a:pt x="131097" y="99561"/>
                    <a:pt x="140672" y="90868"/>
                  </a:cubicBezTo>
                  <a:cubicBezTo>
                    <a:pt x="145748" y="86279"/>
                    <a:pt x="149608" y="80351"/>
                    <a:pt x="151766" y="73847"/>
                  </a:cubicBezTo>
                  <a:cubicBezTo>
                    <a:pt x="154471" y="65670"/>
                    <a:pt x="152739" y="56977"/>
                    <a:pt x="146721" y="50898"/>
                  </a:cubicBezTo>
                  <a:cubicBezTo>
                    <a:pt x="141037" y="45153"/>
                    <a:pt x="136112" y="44849"/>
                    <a:pt x="130337" y="42205"/>
                  </a:cubicBezTo>
                  <a:cubicBezTo>
                    <a:pt x="123285" y="38892"/>
                    <a:pt x="118392" y="36430"/>
                    <a:pt x="116294" y="28892"/>
                  </a:cubicBezTo>
                  <a:cubicBezTo>
                    <a:pt x="113682" y="19384"/>
                    <a:pt x="105622" y="1"/>
                    <a:pt x="8893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>
              <a:off x="2818350" y="1817311"/>
              <a:ext cx="218125" cy="218125"/>
            </a:xfrm>
            <a:custGeom>
              <a:avLst/>
              <a:gdLst/>
              <a:ahLst/>
              <a:cxnLst/>
              <a:rect l="l" t="t" r="r" b="b"/>
              <a:pathLst>
                <a:path w="8725" h="8725" extrusionOk="0">
                  <a:moveTo>
                    <a:pt x="4377" y="1"/>
                  </a:moveTo>
                  <a:cubicBezTo>
                    <a:pt x="1946" y="1"/>
                    <a:pt x="0" y="1946"/>
                    <a:pt x="0" y="4347"/>
                  </a:cubicBezTo>
                  <a:cubicBezTo>
                    <a:pt x="0" y="6779"/>
                    <a:pt x="1946" y="8724"/>
                    <a:pt x="4377" y="8724"/>
                  </a:cubicBezTo>
                  <a:cubicBezTo>
                    <a:pt x="6779" y="8724"/>
                    <a:pt x="8724" y="6779"/>
                    <a:pt x="8724" y="4347"/>
                  </a:cubicBezTo>
                  <a:cubicBezTo>
                    <a:pt x="8724" y="1946"/>
                    <a:pt x="6779" y="1"/>
                    <a:pt x="437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>
              <a:off x="3016041" y="1693534"/>
              <a:ext cx="96525" cy="96525"/>
            </a:xfrm>
            <a:custGeom>
              <a:avLst/>
              <a:gdLst/>
              <a:ahLst/>
              <a:cxnLst/>
              <a:rect l="l" t="t" r="r" b="b"/>
              <a:pathLst>
                <a:path w="3861" h="3861" extrusionOk="0">
                  <a:moveTo>
                    <a:pt x="1946" y="1"/>
                  </a:moveTo>
                  <a:cubicBezTo>
                    <a:pt x="851" y="1"/>
                    <a:pt x="0" y="852"/>
                    <a:pt x="0" y="1946"/>
                  </a:cubicBezTo>
                  <a:cubicBezTo>
                    <a:pt x="0" y="3010"/>
                    <a:pt x="851" y="3861"/>
                    <a:pt x="1946" y="3861"/>
                  </a:cubicBezTo>
                  <a:cubicBezTo>
                    <a:pt x="3010" y="3861"/>
                    <a:pt x="3861" y="3010"/>
                    <a:pt x="3861" y="1946"/>
                  </a:cubicBezTo>
                  <a:cubicBezTo>
                    <a:pt x="3861" y="852"/>
                    <a:pt x="3010" y="1"/>
                    <a:pt x="194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4" name="Google Shape;74;p11"/>
          <p:cNvSpPr txBox="1">
            <a:spLocks noGrp="1"/>
          </p:cNvSpPr>
          <p:nvPr>
            <p:ph type="title" hasCustomPrompt="1"/>
          </p:nvPr>
        </p:nvSpPr>
        <p:spPr>
          <a:xfrm>
            <a:off x="1327050" y="1598088"/>
            <a:ext cx="6489900" cy="131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5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75" name="Google Shape;75;p11"/>
          <p:cNvSpPr txBox="1">
            <a:spLocks noGrp="1"/>
          </p:cNvSpPr>
          <p:nvPr>
            <p:ph type="subTitle" idx="1"/>
          </p:nvPr>
        </p:nvSpPr>
        <p:spPr>
          <a:xfrm>
            <a:off x="1327050" y="2945463"/>
            <a:ext cx="6489900" cy="47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left text">
  <p:cSld name="CUSTOM_2">
    <p:bg>
      <p:bgPr>
        <a:solidFill>
          <a:schemeClr val="accent3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oogle Shape;87;p15"/>
          <p:cNvGrpSpPr/>
          <p:nvPr/>
        </p:nvGrpSpPr>
        <p:grpSpPr>
          <a:xfrm rot="-2808582" flipH="1">
            <a:off x="-769895" y="-1911250"/>
            <a:ext cx="9580815" cy="9304939"/>
            <a:chOff x="1786775" y="1002200"/>
            <a:chExt cx="3861800" cy="3712875"/>
          </a:xfrm>
        </p:grpSpPr>
        <p:sp>
          <p:nvSpPr>
            <p:cNvPr id="88" name="Google Shape;88;p15"/>
            <p:cNvSpPr/>
            <p:nvPr/>
          </p:nvSpPr>
          <p:spPr>
            <a:xfrm>
              <a:off x="1786775" y="1002200"/>
              <a:ext cx="3861800" cy="3712875"/>
            </a:xfrm>
            <a:custGeom>
              <a:avLst/>
              <a:gdLst/>
              <a:ahLst/>
              <a:cxnLst/>
              <a:rect l="l" t="t" r="r" b="b"/>
              <a:pathLst>
                <a:path w="154472" h="148515" extrusionOk="0">
                  <a:moveTo>
                    <a:pt x="88939" y="1"/>
                  </a:moveTo>
                  <a:cubicBezTo>
                    <a:pt x="84075" y="1"/>
                    <a:pt x="78478" y="1648"/>
                    <a:pt x="72069" y="5669"/>
                  </a:cubicBezTo>
                  <a:cubicBezTo>
                    <a:pt x="61886" y="12053"/>
                    <a:pt x="57236" y="24332"/>
                    <a:pt x="54895" y="35457"/>
                  </a:cubicBezTo>
                  <a:cubicBezTo>
                    <a:pt x="52919" y="44971"/>
                    <a:pt x="43679" y="50017"/>
                    <a:pt x="36810" y="55214"/>
                  </a:cubicBezTo>
                  <a:cubicBezTo>
                    <a:pt x="28360" y="61658"/>
                    <a:pt x="20214" y="69135"/>
                    <a:pt x="13587" y="77677"/>
                  </a:cubicBezTo>
                  <a:cubicBezTo>
                    <a:pt x="0" y="95245"/>
                    <a:pt x="821" y="110929"/>
                    <a:pt x="9454" y="127465"/>
                  </a:cubicBezTo>
                  <a:cubicBezTo>
                    <a:pt x="12068" y="132419"/>
                    <a:pt x="16505" y="140140"/>
                    <a:pt x="29545" y="145489"/>
                  </a:cubicBezTo>
                  <a:cubicBezTo>
                    <a:pt x="34502" y="147539"/>
                    <a:pt x="39466" y="148514"/>
                    <a:pt x="44435" y="148514"/>
                  </a:cubicBezTo>
                  <a:cubicBezTo>
                    <a:pt x="57077" y="148514"/>
                    <a:pt x="69748" y="142200"/>
                    <a:pt x="82403" y="131203"/>
                  </a:cubicBezTo>
                  <a:cubicBezTo>
                    <a:pt x="86415" y="127708"/>
                    <a:pt x="89850" y="123544"/>
                    <a:pt x="93680" y="119866"/>
                  </a:cubicBezTo>
                  <a:cubicBezTo>
                    <a:pt x="97662" y="115975"/>
                    <a:pt x="102130" y="112601"/>
                    <a:pt x="106902" y="109774"/>
                  </a:cubicBezTo>
                  <a:cubicBezTo>
                    <a:pt x="118027" y="103209"/>
                    <a:pt x="131097" y="99561"/>
                    <a:pt x="140672" y="90868"/>
                  </a:cubicBezTo>
                  <a:cubicBezTo>
                    <a:pt x="145748" y="86279"/>
                    <a:pt x="149608" y="80351"/>
                    <a:pt x="151766" y="73847"/>
                  </a:cubicBezTo>
                  <a:cubicBezTo>
                    <a:pt x="154471" y="65670"/>
                    <a:pt x="152739" y="56977"/>
                    <a:pt x="146721" y="50898"/>
                  </a:cubicBezTo>
                  <a:cubicBezTo>
                    <a:pt x="141037" y="45153"/>
                    <a:pt x="136112" y="44849"/>
                    <a:pt x="130337" y="42205"/>
                  </a:cubicBezTo>
                  <a:cubicBezTo>
                    <a:pt x="123285" y="38892"/>
                    <a:pt x="118392" y="36430"/>
                    <a:pt x="116294" y="28892"/>
                  </a:cubicBezTo>
                  <a:cubicBezTo>
                    <a:pt x="113682" y="19384"/>
                    <a:pt x="105622" y="1"/>
                    <a:pt x="8893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15"/>
            <p:cNvSpPr/>
            <p:nvPr/>
          </p:nvSpPr>
          <p:spPr>
            <a:xfrm>
              <a:off x="2818350" y="1817311"/>
              <a:ext cx="218125" cy="218125"/>
            </a:xfrm>
            <a:custGeom>
              <a:avLst/>
              <a:gdLst/>
              <a:ahLst/>
              <a:cxnLst/>
              <a:rect l="l" t="t" r="r" b="b"/>
              <a:pathLst>
                <a:path w="8725" h="8725" extrusionOk="0">
                  <a:moveTo>
                    <a:pt x="4377" y="1"/>
                  </a:moveTo>
                  <a:cubicBezTo>
                    <a:pt x="1946" y="1"/>
                    <a:pt x="0" y="1946"/>
                    <a:pt x="0" y="4347"/>
                  </a:cubicBezTo>
                  <a:cubicBezTo>
                    <a:pt x="0" y="6779"/>
                    <a:pt x="1946" y="8724"/>
                    <a:pt x="4377" y="8724"/>
                  </a:cubicBezTo>
                  <a:cubicBezTo>
                    <a:pt x="6779" y="8724"/>
                    <a:pt x="8724" y="6779"/>
                    <a:pt x="8724" y="4347"/>
                  </a:cubicBezTo>
                  <a:cubicBezTo>
                    <a:pt x="8724" y="1946"/>
                    <a:pt x="6779" y="1"/>
                    <a:pt x="43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15"/>
            <p:cNvSpPr/>
            <p:nvPr/>
          </p:nvSpPr>
          <p:spPr>
            <a:xfrm>
              <a:off x="3016041" y="1693534"/>
              <a:ext cx="96525" cy="96525"/>
            </a:xfrm>
            <a:custGeom>
              <a:avLst/>
              <a:gdLst/>
              <a:ahLst/>
              <a:cxnLst/>
              <a:rect l="l" t="t" r="r" b="b"/>
              <a:pathLst>
                <a:path w="3861" h="3861" extrusionOk="0">
                  <a:moveTo>
                    <a:pt x="1946" y="1"/>
                  </a:moveTo>
                  <a:cubicBezTo>
                    <a:pt x="851" y="1"/>
                    <a:pt x="0" y="852"/>
                    <a:pt x="0" y="1946"/>
                  </a:cubicBezTo>
                  <a:cubicBezTo>
                    <a:pt x="0" y="3010"/>
                    <a:pt x="851" y="3861"/>
                    <a:pt x="1946" y="3861"/>
                  </a:cubicBezTo>
                  <a:cubicBezTo>
                    <a:pt x="3010" y="3861"/>
                    <a:pt x="3861" y="3010"/>
                    <a:pt x="3861" y="1946"/>
                  </a:cubicBezTo>
                  <a:cubicBezTo>
                    <a:pt x="3861" y="852"/>
                    <a:pt x="3010" y="1"/>
                    <a:pt x="19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1" name="Google Shape;91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92" name="Google Shape;92;p15"/>
          <p:cNvSpPr txBox="1">
            <a:spLocks noGrp="1"/>
          </p:cNvSpPr>
          <p:nvPr>
            <p:ph type="subTitle" idx="1"/>
          </p:nvPr>
        </p:nvSpPr>
        <p:spPr>
          <a:xfrm>
            <a:off x="940975" y="3925075"/>
            <a:ext cx="24213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93" name="Google Shape;93;p15"/>
          <p:cNvSpPr txBox="1">
            <a:spLocks noGrp="1"/>
          </p:cNvSpPr>
          <p:nvPr>
            <p:ph type="subTitle" idx="2"/>
          </p:nvPr>
        </p:nvSpPr>
        <p:spPr>
          <a:xfrm>
            <a:off x="940975" y="2766850"/>
            <a:ext cx="24213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94" name="Google Shape;94;p15"/>
          <p:cNvSpPr txBox="1">
            <a:spLocks noGrp="1"/>
          </p:cNvSpPr>
          <p:nvPr>
            <p:ph type="subTitle" idx="3"/>
          </p:nvPr>
        </p:nvSpPr>
        <p:spPr>
          <a:xfrm>
            <a:off x="940975" y="1608625"/>
            <a:ext cx="24213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95" name="Google Shape;95;p15"/>
          <p:cNvSpPr txBox="1">
            <a:spLocks noGrp="1"/>
          </p:cNvSpPr>
          <p:nvPr>
            <p:ph type="subTitle" idx="4"/>
          </p:nvPr>
        </p:nvSpPr>
        <p:spPr>
          <a:xfrm>
            <a:off x="940975" y="3507650"/>
            <a:ext cx="2421300" cy="42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900">
                <a:solidFill>
                  <a:srgbClr val="A5B7C6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96" name="Google Shape;96;p15"/>
          <p:cNvSpPr txBox="1">
            <a:spLocks noGrp="1"/>
          </p:cNvSpPr>
          <p:nvPr>
            <p:ph type="subTitle" idx="5"/>
          </p:nvPr>
        </p:nvSpPr>
        <p:spPr>
          <a:xfrm>
            <a:off x="940975" y="2338750"/>
            <a:ext cx="2421300" cy="42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900">
                <a:solidFill>
                  <a:srgbClr val="445D73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97" name="Google Shape;97;p15"/>
          <p:cNvSpPr txBox="1">
            <a:spLocks noGrp="1"/>
          </p:cNvSpPr>
          <p:nvPr>
            <p:ph type="subTitle" idx="6"/>
          </p:nvPr>
        </p:nvSpPr>
        <p:spPr>
          <a:xfrm>
            <a:off x="940975" y="1169850"/>
            <a:ext cx="2421300" cy="42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 sz="1900">
                <a:solidFill>
                  <a:schemeClr val="accent3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 sz="2800">
                <a:solidFill>
                  <a:schemeClr val="accent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 sz="2800">
                <a:solidFill>
                  <a:schemeClr val="accent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 sz="2800">
                <a:solidFill>
                  <a:schemeClr val="accent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 sz="2800">
                <a:solidFill>
                  <a:schemeClr val="accent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 sz="2800">
                <a:solidFill>
                  <a:schemeClr val="accent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 sz="2800">
                <a:solidFill>
                  <a:schemeClr val="accent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 sz="2800">
                <a:solidFill>
                  <a:schemeClr val="accent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 sz="2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text lines 2">
  <p:cSld name="CUSTOM_14"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0" name="Google Shape;210;p27"/>
          <p:cNvGrpSpPr/>
          <p:nvPr/>
        </p:nvGrpSpPr>
        <p:grpSpPr>
          <a:xfrm rot="1351476">
            <a:off x="-930621" y="-2956783"/>
            <a:ext cx="11005343" cy="10580795"/>
            <a:chOff x="1786775" y="1002200"/>
            <a:chExt cx="3861800" cy="3712875"/>
          </a:xfrm>
        </p:grpSpPr>
        <p:sp>
          <p:nvSpPr>
            <p:cNvPr id="211" name="Google Shape;211;p27"/>
            <p:cNvSpPr/>
            <p:nvPr/>
          </p:nvSpPr>
          <p:spPr>
            <a:xfrm>
              <a:off x="1786775" y="1002200"/>
              <a:ext cx="3861800" cy="3712875"/>
            </a:xfrm>
            <a:custGeom>
              <a:avLst/>
              <a:gdLst/>
              <a:ahLst/>
              <a:cxnLst/>
              <a:rect l="l" t="t" r="r" b="b"/>
              <a:pathLst>
                <a:path w="154472" h="148515" extrusionOk="0">
                  <a:moveTo>
                    <a:pt x="88939" y="1"/>
                  </a:moveTo>
                  <a:cubicBezTo>
                    <a:pt x="84075" y="1"/>
                    <a:pt x="78478" y="1648"/>
                    <a:pt x="72069" y="5669"/>
                  </a:cubicBezTo>
                  <a:cubicBezTo>
                    <a:pt x="61886" y="12053"/>
                    <a:pt x="57236" y="24332"/>
                    <a:pt x="54895" y="35457"/>
                  </a:cubicBezTo>
                  <a:cubicBezTo>
                    <a:pt x="52919" y="44971"/>
                    <a:pt x="43679" y="50017"/>
                    <a:pt x="36810" y="55214"/>
                  </a:cubicBezTo>
                  <a:cubicBezTo>
                    <a:pt x="28360" y="61658"/>
                    <a:pt x="20214" y="69135"/>
                    <a:pt x="13587" y="77677"/>
                  </a:cubicBezTo>
                  <a:cubicBezTo>
                    <a:pt x="0" y="95245"/>
                    <a:pt x="821" y="110929"/>
                    <a:pt x="9454" y="127465"/>
                  </a:cubicBezTo>
                  <a:cubicBezTo>
                    <a:pt x="12068" y="132419"/>
                    <a:pt x="16505" y="140140"/>
                    <a:pt x="29545" y="145489"/>
                  </a:cubicBezTo>
                  <a:cubicBezTo>
                    <a:pt x="34502" y="147539"/>
                    <a:pt x="39466" y="148514"/>
                    <a:pt x="44435" y="148514"/>
                  </a:cubicBezTo>
                  <a:cubicBezTo>
                    <a:pt x="57077" y="148514"/>
                    <a:pt x="69748" y="142200"/>
                    <a:pt x="82403" y="131203"/>
                  </a:cubicBezTo>
                  <a:cubicBezTo>
                    <a:pt x="86415" y="127708"/>
                    <a:pt x="89850" y="123544"/>
                    <a:pt x="93680" y="119866"/>
                  </a:cubicBezTo>
                  <a:cubicBezTo>
                    <a:pt x="97662" y="115975"/>
                    <a:pt x="102130" y="112601"/>
                    <a:pt x="106902" y="109774"/>
                  </a:cubicBezTo>
                  <a:cubicBezTo>
                    <a:pt x="118027" y="103209"/>
                    <a:pt x="131097" y="99561"/>
                    <a:pt x="140672" y="90868"/>
                  </a:cubicBezTo>
                  <a:cubicBezTo>
                    <a:pt x="145748" y="86279"/>
                    <a:pt x="149608" y="80351"/>
                    <a:pt x="151766" y="73847"/>
                  </a:cubicBezTo>
                  <a:cubicBezTo>
                    <a:pt x="154471" y="65670"/>
                    <a:pt x="152739" y="56977"/>
                    <a:pt x="146721" y="50898"/>
                  </a:cubicBezTo>
                  <a:cubicBezTo>
                    <a:pt x="141037" y="45153"/>
                    <a:pt x="136112" y="44849"/>
                    <a:pt x="130337" y="42205"/>
                  </a:cubicBezTo>
                  <a:cubicBezTo>
                    <a:pt x="123285" y="38892"/>
                    <a:pt x="118392" y="36430"/>
                    <a:pt x="116294" y="28892"/>
                  </a:cubicBezTo>
                  <a:cubicBezTo>
                    <a:pt x="113682" y="19384"/>
                    <a:pt x="105622" y="1"/>
                    <a:pt x="8893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27"/>
            <p:cNvSpPr/>
            <p:nvPr/>
          </p:nvSpPr>
          <p:spPr>
            <a:xfrm>
              <a:off x="2818350" y="1817311"/>
              <a:ext cx="218125" cy="218125"/>
            </a:xfrm>
            <a:custGeom>
              <a:avLst/>
              <a:gdLst/>
              <a:ahLst/>
              <a:cxnLst/>
              <a:rect l="l" t="t" r="r" b="b"/>
              <a:pathLst>
                <a:path w="8725" h="8725" extrusionOk="0">
                  <a:moveTo>
                    <a:pt x="4377" y="1"/>
                  </a:moveTo>
                  <a:cubicBezTo>
                    <a:pt x="1946" y="1"/>
                    <a:pt x="0" y="1946"/>
                    <a:pt x="0" y="4347"/>
                  </a:cubicBezTo>
                  <a:cubicBezTo>
                    <a:pt x="0" y="6779"/>
                    <a:pt x="1946" y="8724"/>
                    <a:pt x="4377" y="8724"/>
                  </a:cubicBezTo>
                  <a:cubicBezTo>
                    <a:pt x="6779" y="8724"/>
                    <a:pt x="8724" y="6779"/>
                    <a:pt x="8724" y="4347"/>
                  </a:cubicBezTo>
                  <a:cubicBezTo>
                    <a:pt x="8724" y="1946"/>
                    <a:pt x="6779" y="1"/>
                    <a:pt x="437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27"/>
            <p:cNvSpPr/>
            <p:nvPr/>
          </p:nvSpPr>
          <p:spPr>
            <a:xfrm>
              <a:off x="3016041" y="1693534"/>
              <a:ext cx="96525" cy="96525"/>
            </a:xfrm>
            <a:custGeom>
              <a:avLst/>
              <a:gdLst/>
              <a:ahLst/>
              <a:cxnLst/>
              <a:rect l="l" t="t" r="r" b="b"/>
              <a:pathLst>
                <a:path w="3861" h="3861" extrusionOk="0">
                  <a:moveTo>
                    <a:pt x="1946" y="1"/>
                  </a:moveTo>
                  <a:cubicBezTo>
                    <a:pt x="851" y="1"/>
                    <a:pt x="0" y="852"/>
                    <a:pt x="0" y="1946"/>
                  </a:cubicBezTo>
                  <a:cubicBezTo>
                    <a:pt x="0" y="3010"/>
                    <a:pt x="851" y="3861"/>
                    <a:pt x="1946" y="3861"/>
                  </a:cubicBezTo>
                  <a:cubicBezTo>
                    <a:pt x="3010" y="3861"/>
                    <a:pt x="3861" y="3010"/>
                    <a:pt x="3861" y="1946"/>
                  </a:cubicBezTo>
                  <a:cubicBezTo>
                    <a:pt x="3861" y="852"/>
                    <a:pt x="3010" y="1"/>
                    <a:pt x="194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4" name="Google Shape;214;p27"/>
          <p:cNvSpPr txBox="1">
            <a:spLocks noGrp="1"/>
          </p:cNvSpPr>
          <p:nvPr>
            <p:ph type="subTitle" idx="1"/>
          </p:nvPr>
        </p:nvSpPr>
        <p:spPr>
          <a:xfrm>
            <a:off x="888763" y="3515500"/>
            <a:ext cx="24213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>
                <a:solidFill>
                  <a:srgbClr val="FFFFFF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15" name="Google Shape;215;p27"/>
          <p:cNvSpPr txBox="1">
            <a:spLocks noGrp="1"/>
          </p:cNvSpPr>
          <p:nvPr>
            <p:ph type="subTitle" idx="2"/>
          </p:nvPr>
        </p:nvSpPr>
        <p:spPr>
          <a:xfrm>
            <a:off x="5775188" y="1976800"/>
            <a:ext cx="24213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16" name="Google Shape;216;p27"/>
          <p:cNvSpPr txBox="1">
            <a:spLocks noGrp="1"/>
          </p:cNvSpPr>
          <p:nvPr>
            <p:ph type="subTitle" idx="3"/>
          </p:nvPr>
        </p:nvSpPr>
        <p:spPr>
          <a:xfrm>
            <a:off x="905038" y="1987475"/>
            <a:ext cx="24213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17" name="Google Shape;217;p27"/>
          <p:cNvSpPr txBox="1">
            <a:spLocks noGrp="1"/>
          </p:cNvSpPr>
          <p:nvPr>
            <p:ph type="subTitle" idx="4"/>
          </p:nvPr>
        </p:nvSpPr>
        <p:spPr>
          <a:xfrm>
            <a:off x="888763" y="3098075"/>
            <a:ext cx="2421300" cy="42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900">
                <a:solidFill>
                  <a:srgbClr val="FFFFFF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18" name="Google Shape;218;p27"/>
          <p:cNvSpPr txBox="1">
            <a:spLocks noGrp="1"/>
          </p:cNvSpPr>
          <p:nvPr>
            <p:ph type="subTitle" idx="5"/>
          </p:nvPr>
        </p:nvSpPr>
        <p:spPr>
          <a:xfrm>
            <a:off x="5775188" y="1548700"/>
            <a:ext cx="2421300" cy="42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900">
                <a:solidFill>
                  <a:srgbClr val="FFFFFF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19" name="Google Shape;219;p27"/>
          <p:cNvSpPr txBox="1">
            <a:spLocks noGrp="1"/>
          </p:cNvSpPr>
          <p:nvPr>
            <p:ph type="subTitle" idx="6"/>
          </p:nvPr>
        </p:nvSpPr>
        <p:spPr>
          <a:xfrm>
            <a:off x="905038" y="1548700"/>
            <a:ext cx="2421300" cy="42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900">
                <a:solidFill>
                  <a:srgbClr val="FFFFFF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20" name="Google Shape;220;p27"/>
          <p:cNvSpPr txBox="1">
            <a:spLocks noGrp="1"/>
          </p:cNvSpPr>
          <p:nvPr>
            <p:ph type="subTitle" idx="7"/>
          </p:nvPr>
        </p:nvSpPr>
        <p:spPr>
          <a:xfrm>
            <a:off x="5775188" y="3505238"/>
            <a:ext cx="24213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21" name="Google Shape;221;p27"/>
          <p:cNvSpPr txBox="1">
            <a:spLocks noGrp="1"/>
          </p:cNvSpPr>
          <p:nvPr>
            <p:ph type="subTitle" idx="8"/>
          </p:nvPr>
        </p:nvSpPr>
        <p:spPr>
          <a:xfrm>
            <a:off x="5775188" y="3077138"/>
            <a:ext cx="2421300" cy="42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900">
                <a:solidFill>
                  <a:srgbClr val="FFFFFF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22" name="Google Shape;222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2">
  <p:cSld name="CUSTOM_16"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29"/>
          <p:cNvSpPr txBox="1">
            <a:spLocks noGrp="1"/>
          </p:cNvSpPr>
          <p:nvPr>
            <p:ph type="title"/>
          </p:nvPr>
        </p:nvSpPr>
        <p:spPr>
          <a:xfrm>
            <a:off x="685800" y="445025"/>
            <a:ext cx="7772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63" name="Google Shape;463;p29"/>
          <p:cNvSpPr txBox="1">
            <a:spLocks noGrp="1"/>
          </p:cNvSpPr>
          <p:nvPr>
            <p:ph type="subTitle" idx="1"/>
          </p:nvPr>
        </p:nvSpPr>
        <p:spPr>
          <a:xfrm>
            <a:off x="723900" y="1098525"/>
            <a:ext cx="7734300" cy="350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>
            <a:endParaRPr/>
          </a:p>
        </p:txBody>
      </p:sp>
      <p:sp>
        <p:nvSpPr>
          <p:cNvPr id="464" name="Google Shape;464;p29"/>
          <p:cNvSpPr/>
          <p:nvPr/>
        </p:nvSpPr>
        <p:spPr>
          <a:xfrm>
            <a:off x="111300" y="167600"/>
            <a:ext cx="469200" cy="469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" name="Google Shape;465;p29"/>
          <p:cNvSpPr/>
          <p:nvPr/>
        </p:nvSpPr>
        <p:spPr>
          <a:xfrm>
            <a:off x="645075" y="542600"/>
            <a:ext cx="94200" cy="94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" name="Google Shape;466;p29"/>
          <p:cNvSpPr/>
          <p:nvPr/>
        </p:nvSpPr>
        <p:spPr>
          <a:xfrm>
            <a:off x="8715225" y="2262900"/>
            <a:ext cx="268500" cy="2685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p29"/>
          <p:cNvSpPr/>
          <p:nvPr/>
        </p:nvSpPr>
        <p:spPr>
          <a:xfrm>
            <a:off x="8925650" y="2639175"/>
            <a:ext cx="94200" cy="94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29"/>
          <p:cNvSpPr/>
          <p:nvPr/>
        </p:nvSpPr>
        <p:spPr>
          <a:xfrm>
            <a:off x="8983725" y="1947025"/>
            <a:ext cx="36000" cy="36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29"/>
          <p:cNvSpPr/>
          <p:nvPr/>
        </p:nvSpPr>
        <p:spPr>
          <a:xfrm>
            <a:off x="298800" y="4738425"/>
            <a:ext cx="94200" cy="94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 2">
  <p:cSld name="CUSTOM_17">
    <p:bg>
      <p:bgPr>
        <a:solidFill>
          <a:schemeClr val="accent3"/>
        </a:solidFill>
        <a:effectLst/>
      </p:bgPr>
    </p:bg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1" name="Google Shape;471;p30"/>
          <p:cNvGrpSpPr/>
          <p:nvPr/>
        </p:nvGrpSpPr>
        <p:grpSpPr>
          <a:xfrm rot="2506023">
            <a:off x="1274638" y="-703256"/>
            <a:ext cx="6812756" cy="6550031"/>
            <a:chOff x="1786775" y="1002200"/>
            <a:chExt cx="3861800" cy="3712875"/>
          </a:xfrm>
        </p:grpSpPr>
        <p:sp>
          <p:nvSpPr>
            <p:cNvPr id="472" name="Google Shape;472;p30"/>
            <p:cNvSpPr/>
            <p:nvPr/>
          </p:nvSpPr>
          <p:spPr>
            <a:xfrm>
              <a:off x="1786775" y="1002200"/>
              <a:ext cx="3861800" cy="3712875"/>
            </a:xfrm>
            <a:custGeom>
              <a:avLst/>
              <a:gdLst/>
              <a:ahLst/>
              <a:cxnLst/>
              <a:rect l="l" t="t" r="r" b="b"/>
              <a:pathLst>
                <a:path w="154472" h="148515" extrusionOk="0">
                  <a:moveTo>
                    <a:pt x="88939" y="1"/>
                  </a:moveTo>
                  <a:cubicBezTo>
                    <a:pt x="84075" y="1"/>
                    <a:pt x="78478" y="1648"/>
                    <a:pt x="72069" y="5669"/>
                  </a:cubicBezTo>
                  <a:cubicBezTo>
                    <a:pt x="61886" y="12053"/>
                    <a:pt x="57236" y="24332"/>
                    <a:pt x="54895" y="35457"/>
                  </a:cubicBezTo>
                  <a:cubicBezTo>
                    <a:pt x="52919" y="44971"/>
                    <a:pt x="43679" y="50017"/>
                    <a:pt x="36810" y="55214"/>
                  </a:cubicBezTo>
                  <a:cubicBezTo>
                    <a:pt x="28360" y="61658"/>
                    <a:pt x="20214" y="69135"/>
                    <a:pt x="13587" y="77677"/>
                  </a:cubicBezTo>
                  <a:cubicBezTo>
                    <a:pt x="0" y="95245"/>
                    <a:pt x="821" y="110929"/>
                    <a:pt x="9454" y="127465"/>
                  </a:cubicBezTo>
                  <a:cubicBezTo>
                    <a:pt x="12068" y="132419"/>
                    <a:pt x="16505" y="140140"/>
                    <a:pt x="29545" y="145489"/>
                  </a:cubicBezTo>
                  <a:cubicBezTo>
                    <a:pt x="34502" y="147539"/>
                    <a:pt x="39466" y="148514"/>
                    <a:pt x="44435" y="148514"/>
                  </a:cubicBezTo>
                  <a:cubicBezTo>
                    <a:pt x="57077" y="148514"/>
                    <a:pt x="69748" y="142200"/>
                    <a:pt x="82403" y="131203"/>
                  </a:cubicBezTo>
                  <a:cubicBezTo>
                    <a:pt x="86415" y="127708"/>
                    <a:pt x="89850" y="123544"/>
                    <a:pt x="93680" y="119866"/>
                  </a:cubicBezTo>
                  <a:cubicBezTo>
                    <a:pt x="97662" y="115975"/>
                    <a:pt x="102130" y="112601"/>
                    <a:pt x="106902" y="109774"/>
                  </a:cubicBezTo>
                  <a:cubicBezTo>
                    <a:pt x="118027" y="103209"/>
                    <a:pt x="131097" y="99561"/>
                    <a:pt x="140672" y="90868"/>
                  </a:cubicBezTo>
                  <a:cubicBezTo>
                    <a:pt x="145748" y="86279"/>
                    <a:pt x="149608" y="80351"/>
                    <a:pt x="151766" y="73847"/>
                  </a:cubicBezTo>
                  <a:cubicBezTo>
                    <a:pt x="154471" y="65670"/>
                    <a:pt x="152739" y="56977"/>
                    <a:pt x="146721" y="50898"/>
                  </a:cubicBezTo>
                  <a:cubicBezTo>
                    <a:pt x="141037" y="45153"/>
                    <a:pt x="136112" y="44849"/>
                    <a:pt x="130337" y="42205"/>
                  </a:cubicBezTo>
                  <a:cubicBezTo>
                    <a:pt x="123285" y="38892"/>
                    <a:pt x="118392" y="36430"/>
                    <a:pt x="116294" y="28892"/>
                  </a:cubicBezTo>
                  <a:cubicBezTo>
                    <a:pt x="113682" y="19384"/>
                    <a:pt x="105622" y="1"/>
                    <a:pt x="8893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30"/>
            <p:cNvSpPr/>
            <p:nvPr/>
          </p:nvSpPr>
          <p:spPr>
            <a:xfrm>
              <a:off x="2818350" y="1817311"/>
              <a:ext cx="218125" cy="218125"/>
            </a:xfrm>
            <a:custGeom>
              <a:avLst/>
              <a:gdLst/>
              <a:ahLst/>
              <a:cxnLst/>
              <a:rect l="l" t="t" r="r" b="b"/>
              <a:pathLst>
                <a:path w="8725" h="8725" extrusionOk="0">
                  <a:moveTo>
                    <a:pt x="4377" y="1"/>
                  </a:moveTo>
                  <a:cubicBezTo>
                    <a:pt x="1946" y="1"/>
                    <a:pt x="0" y="1946"/>
                    <a:pt x="0" y="4347"/>
                  </a:cubicBezTo>
                  <a:cubicBezTo>
                    <a:pt x="0" y="6779"/>
                    <a:pt x="1946" y="8724"/>
                    <a:pt x="4377" y="8724"/>
                  </a:cubicBezTo>
                  <a:cubicBezTo>
                    <a:pt x="6779" y="8724"/>
                    <a:pt x="8724" y="6779"/>
                    <a:pt x="8724" y="4347"/>
                  </a:cubicBezTo>
                  <a:cubicBezTo>
                    <a:pt x="8724" y="1946"/>
                    <a:pt x="6779" y="1"/>
                    <a:pt x="43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30"/>
            <p:cNvSpPr/>
            <p:nvPr/>
          </p:nvSpPr>
          <p:spPr>
            <a:xfrm>
              <a:off x="3016041" y="1693534"/>
              <a:ext cx="96525" cy="96525"/>
            </a:xfrm>
            <a:custGeom>
              <a:avLst/>
              <a:gdLst/>
              <a:ahLst/>
              <a:cxnLst/>
              <a:rect l="l" t="t" r="r" b="b"/>
              <a:pathLst>
                <a:path w="3861" h="3861" extrusionOk="0">
                  <a:moveTo>
                    <a:pt x="1946" y="1"/>
                  </a:moveTo>
                  <a:cubicBezTo>
                    <a:pt x="851" y="1"/>
                    <a:pt x="0" y="852"/>
                    <a:pt x="0" y="1946"/>
                  </a:cubicBezTo>
                  <a:cubicBezTo>
                    <a:pt x="0" y="3010"/>
                    <a:pt x="851" y="3861"/>
                    <a:pt x="1946" y="3861"/>
                  </a:cubicBezTo>
                  <a:cubicBezTo>
                    <a:pt x="3010" y="3861"/>
                    <a:pt x="3861" y="3010"/>
                    <a:pt x="3861" y="1946"/>
                  </a:cubicBezTo>
                  <a:cubicBezTo>
                    <a:pt x="3861" y="852"/>
                    <a:pt x="3010" y="1"/>
                    <a:pt x="19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5" name="Google Shape;475;p30"/>
          <p:cNvSpPr txBox="1">
            <a:spLocks noGrp="1"/>
          </p:cNvSpPr>
          <p:nvPr>
            <p:ph type="title"/>
          </p:nvPr>
        </p:nvSpPr>
        <p:spPr>
          <a:xfrm>
            <a:off x="2414850" y="1636400"/>
            <a:ext cx="4314300" cy="99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72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76" name="Google Shape;476;p30"/>
          <p:cNvSpPr txBox="1">
            <a:spLocks noGrp="1"/>
          </p:cNvSpPr>
          <p:nvPr>
            <p:ph type="subTitle" idx="1"/>
          </p:nvPr>
        </p:nvSpPr>
        <p:spPr>
          <a:xfrm>
            <a:off x="2414850" y="2800586"/>
            <a:ext cx="4314300" cy="70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25">
    <p:bg>
      <p:bgPr>
        <a:solidFill>
          <a:schemeClr val="accent3"/>
        </a:solidFill>
        <a:effectLst/>
      </p:bgPr>
    </p:bg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redoka One"/>
              <a:buNone/>
              <a:defRPr sz="28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redoka One"/>
              <a:buNone/>
              <a:defRPr sz="28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redoka One"/>
              <a:buNone/>
              <a:defRPr sz="28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redoka One"/>
              <a:buNone/>
              <a:defRPr sz="28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redoka One"/>
              <a:buNone/>
              <a:defRPr sz="28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redoka One"/>
              <a:buNone/>
              <a:defRPr sz="28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redoka One"/>
              <a:buNone/>
              <a:defRPr sz="28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redoka One"/>
              <a:buNone/>
              <a:defRPr sz="28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redoka One"/>
              <a:buNone/>
              <a:defRPr sz="28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aleway"/>
              <a:buChar char="●"/>
              <a:defRPr sz="1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○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■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●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○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■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●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○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■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4" r:id="rId2"/>
    <p:sldLayoutId id="2147483657" r:id="rId3"/>
    <p:sldLayoutId id="2147483658" r:id="rId4"/>
    <p:sldLayoutId id="2147483661" r:id="rId5"/>
    <p:sldLayoutId id="2147483673" r:id="rId6"/>
    <p:sldLayoutId id="2147483675" r:id="rId7"/>
    <p:sldLayoutId id="2147483676" r:id="rId8"/>
    <p:sldLayoutId id="2147483684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43"/>
          <p:cNvSpPr txBox="1">
            <a:spLocks noGrp="1"/>
          </p:cNvSpPr>
          <p:nvPr>
            <p:ph type="ctrTitle"/>
          </p:nvPr>
        </p:nvSpPr>
        <p:spPr>
          <a:xfrm>
            <a:off x="685800" y="534963"/>
            <a:ext cx="4410300" cy="170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s-ES_tradnl" sz="4000" dirty="0"/>
              <a:t>Administración de redes y análisis forense</a:t>
            </a:r>
            <a:endParaRPr lang="es-ES" sz="4000" dirty="0"/>
          </a:p>
        </p:txBody>
      </p:sp>
      <p:sp>
        <p:nvSpPr>
          <p:cNvPr id="538" name="Google Shape;538;p43"/>
          <p:cNvSpPr txBox="1">
            <a:spLocks noGrp="1"/>
          </p:cNvSpPr>
          <p:nvPr>
            <p:ph type="subTitle" idx="1"/>
          </p:nvPr>
        </p:nvSpPr>
        <p:spPr>
          <a:xfrm>
            <a:off x="685800" y="2278345"/>
            <a:ext cx="4410300" cy="4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Javier Varela López</a:t>
            </a:r>
            <a:endParaRPr dirty="0"/>
          </a:p>
        </p:txBody>
      </p:sp>
      <p:sp>
        <p:nvSpPr>
          <p:cNvPr id="539" name="Google Shape;539;p43"/>
          <p:cNvSpPr/>
          <p:nvPr/>
        </p:nvSpPr>
        <p:spPr>
          <a:xfrm>
            <a:off x="8744835" y="1740294"/>
            <a:ext cx="125548" cy="125309"/>
          </a:xfrm>
          <a:custGeom>
            <a:avLst/>
            <a:gdLst/>
            <a:ahLst/>
            <a:cxnLst/>
            <a:rect l="l" t="t" r="r" b="b"/>
            <a:pathLst>
              <a:path w="13770" h="13740" extrusionOk="0">
                <a:moveTo>
                  <a:pt x="6870" y="0"/>
                </a:moveTo>
                <a:cubicBezTo>
                  <a:pt x="3101" y="0"/>
                  <a:pt x="1" y="3070"/>
                  <a:pt x="1" y="6870"/>
                </a:cubicBezTo>
                <a:cubicBezTo>
                  <a:pt x="1" y="10669"/>
                  <a:pt x="3101" y="13739"/>
                  <a:pt x="6870" y="13739"/>
                </a:cubicBezTo>
                <a:cubicBezTo>
                  <a:pt x="10670" y="13739"/>
                  <a:pt x="13770" y="10669"/>
                  <a:pt x="13770" y="6870"/>
                </a:cubicBezTo>
                <a:cubicBezTo>
                  <a:pt x="13770" y="3070"/>
                  <a:pt x="10670" y="0"/>
                  <a:pt x="687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" name="Imagen 4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5DD85A54-6B49-2247-0D4D-1055B0BB2A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8344" y="3270117"/>
            <a:ext cx="4313033" cy="156684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44"/>
          <p:cNvSpPr txBox="1">
            <a:spLocks noGrp="1"/>
          </p:cNvSpPr>
          <p:nvPr>
            <p:ph type="title"/>
          </p:nvPr>
        </p:nvSpPr>
        <p:spPr>
          <a:xfrm>
            <a:off x="685800" y="445025"/>
            <a:ext cx="7772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+mj-lt"/>
              </a:rPr>
              <a:t>Objetivo y monitorizacion</a:t>
            </a:r>
            <a:endParaRPr b="1" dirty="0">
              <a:latin typeface="+mj-lt"/>
            </a:endParaRPr>
          </a:p>
        </p:txBody>
      </p:sp>
      <p:sp>
        <p:nvSpPr>
          <p:cNvPr id="877" name="Google Shape;877;p44"/>
          <p:cNvSpPr txBox="1">
            <a:spLocks noGrp="1"/>
          </p:cNvSpPr>
          <p:nvPr>
            <p:ph type="subTitle" idx="1"/>
          </p:nvPr>
        </p:nvSpPr>
        <p:spPr>
          <a:xfrm>
            <a:off x="723900" y="1098525"/>
            <a:ext cx="7734300" cy="350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78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es-ES" b="1" dirty="0"/>
              <a:t>Objetivo</a:t>
            </a:r>
          </a:p>
          <a:p>
            <a:pPr marL="457200" lvl="0" indent="-279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es-ES" dirty="0"/>
              <a:t>Diseñar un entorno integrado de administracion de redes y sistemas con un enfoque en el peritaje informático</a:t>
            </a:r>
            <a:endParaRPr dirty="0"/>
          </a:p>
          <a:p>
            <a:pPr marL="457200" lvl="0" indent="-279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es-ES" dirty="0"/>
              <a:t>Facilitar el seguimiento y análisis de los logs.</a:t>
            </a:r>
            <a:endParaRPr lang="es-ES" b="1" dirty="0"/>
          </a:p>
          <a:p>
            <a:pPr marL="457200" lvl="0" indent="-279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endParaRPr lang="es-ES" b="1" dirty="0"/>
          </a:p>
          <a:p>
            <a:pPr marL="1778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es-ES" b="1" dirty="0"/>
              <a:t>Alcance</a:t>
            </a:r>
          </a:p>
          <a:p>
            <a:pPr marL="349250" indent="-171450">
              <a:buClr>
                <a:schemeClr val="dk1"/>
              </a:buClr>
              <a:buSzPts val="800"/>
            </a:pPr>
            <a:r>
              <a:rPr lang="es-ES" dirty="0"/>
              <a:t>Estudio teórico con pruebas practicas en un entorno virtualizado</a:t>
            </a:r>
          </a:p>
          <a:p>
            <a:pPr marL="177800" indent="0">
              <a:buClr>
                <a:schemeClr val="dk1"/>
              </a:buClr>
              <a:buSzPts val="800"/>
              <a:buNone/>
            </a:pPr>
            <a:endParaRPr lang="es-ES" dirty="0"/>
          </a:p>
          <a:p>
            <a:pPr marL="177800" indent="0">
              <a:buClr>
                <a:schemeClr val="dk1"/>
              </a:buClr>
              <a:buSzPts val="800"/>
              <a:buNone/>
            </a:pPr>
            <a:r>
              <a:rPr lang="es-ES" dirty="0"/>
              <a:t>Herramientas y enfoque</a:t>
            </a:r>
          </a:p>
          <a:p>
            <a:pPr marL="177800" indent="0">
              <a:buClr>
                <a:schemeClr val="dk1"/>
              </a:buClr>
              <a:buSzPts val="800"/>
              <a:buNone/>
            </a:pPr>
            <a:endParaRPr lang="es-ES" dirty="0"/>
          </a:p>
          <a:p>
            <a:pPr marL="349250" indent="-171450">
              <a:buClr>
                <a:schemeClr val="dk1"/>
              </a:buClr>
              <a:buSzPts val="800"/>
            </a:pPr>
            <a:r>
              <a:rPr lang="es-ES" dirty="0"/>
              <a:t>Soluciones Open </a:t>
            </a:r>
            <a:r>
              <a:rPr lang="es-ES" dirty="0" err="1"/>
              <a:t>Source</a:t>
            </a:r>
            <a:endParaRPr lang="es-ES" dirty="0"/>
          </a:p>
          <a:p>
            <a:pPr marL="349250" indent="-171450">
              <a:buClr>
                <a:schemeClr val="dk1"/>
              </a:buClr>
              <a:buSzPts val="800"/>
            </a:pPr>
            <a:r>
              <a:rPr lang="es-ES" dirty="0"/>
              <a:t>Metodologías avanzadas de peritaje aplicadas a la administracion de sistemas</a:t>
            </a:r>
          </a:p>
          <a:p>
            <a:pPr marL="349250" indent="-171450">
              <a:buClr>
                <a:schemeClr val="dk1"/>
              </a:buClr>
              <a:buSzPts val="800"/>
            </a:pPr>
            <a:r>
              <a:rPr lang="es-ES" dirty="0"/>
              <a:t>Análisis de la integración en entornos de producción.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1">
          <a:extLst>
            <a:ext uri="{FF2B5EF4-FFF2-40B4-BE49-F238E27FC236}">
              <a16:creationId xmlns:a16="http://schemas.microsoft.com/office/drawing/2014/main" id="{F8AC562B-7BE3-12A1-D392-BAD75D9FD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45">
            <a:extLst>
              <a:ext uri="{FF2B5EF4-FFF2-40B4-BE49-F238E27FC236}">
                <a16:creationId xmlns:a16="http://schemas.microsoft.com/office/drawing/2014/main" id="{A01B84D1-207C-C813-9711-0823C768F5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45030" y="1588168"/>
            <a:ext cx="6304546" cy="99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/>
              <a:t>Herramientas de monitorizacion y Forense</a:t>
            </a:r>
            <a:endParaRPr sz="4000" dirty="0"/>
          </a:p>
        </p:txBody>
      </p:sp>
    </p:spTree>
    <p:extLst>
      <p:ext uri="{BB962C8B-B14F-4D97-AF65-F5344CB8AC3E}">
        <p14:creationId xmlns:p14="http://schemas.microsoft.com/office/powerpoint/2010/main" val="23424690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5">
          <a:extLst>
            <a:ext uri="{FF2B5EF4-FFF2-40B4-BE49-F238E27FC236}">
              <a16:creationId xmlns:a16="http://schemas.microsoft.com/office/drawing/2014/main" id="{502B42E9-1664-8656-893D-BC1FEE7EA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44">
            <a:extLst>
              <a:ext uri="{FF2B5EF4-FFF2-40B4-BE49-F238E27FC236}">
                <a16:creationId xmlns:a16="http://schemas.microsoft.com/office/drawing/2014/main" id="{E0AC43ED-3863-8DAC-0923-FB97FFAB04B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45025"/>
            <a:ext cx="7772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+mj-lt"/>
              </a:rPr>
              <a:t>Monitorizacion</a:t>
            </a:r>
            <a:endParaRPr b="1" dirty="0">
              <a:latin typeface="+mj-lt"/>
            </a:endParaRPr>
          </a:p>
        </p:txBody>
      </p:sp>
      <p:sp>
        <p:nvSpPr>
          <p:cNvPr id="877" name="Google Shape;877;p44">
            <a:extLst>
              <a:ext uri="{FF2B5EF4-FFF2-40B4-BE49-F238E27FC236}">
                <a16:creationId xmlns:a16="http://schemas.microsoft.com/office/drawing/2014/main" id="{69D95B4B-A40E-0E42-417D-B14D5C2F2BE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23900" y="1098525"/>
            <a:ext cx="7734300" cy="350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78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es-ES" b="1" dirty="0" err="1"/>
              <a:t>Prometheus</a:t>
            </a:r>
            <a:r>
              <a:rPr lang="es-ES" b="1" dirty="0"/>
              <a:t> + </a:t>
            </a:r>
            <a:r>
              <a:rPr lang="es-ES" b="1" dirty="0" err="1"/>
              <a:t>Grafana</a:t>
            </a:r>
            <a:endParaRPr lang="es-ES" b="1" dirty="0"/>
          </a:p>
          <a:p>
            <a:pPr marL="457200" lvl="0" indent="-279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es-ES" dirty="0"/>
              <a:t>Métricas de sistema y ampliación (GPU, memoria, Latencia)</a:t>
            </a:r>
            <a:endParaRPr dirty="0"/>
          </a:p>
          <a:p>
            <a:pPr marL="457200" lvl="0" indent="-279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es-ES" dirty="0"/>
              <a:t>Alertas basadas en reglas </a:t>
            </a:r>
            <a:r>
              <a:rPr lang="es-ES" dirty="0" err="1"/>
              <a:t>PromQL</a:t>
            </a:r>
            <a:endParaRPr lang="es-ES" dirty="0"/>
          </a:p>
          <a:p>
            <a:pPr marL="457200" lvl="0" indent="-279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endParaRPr lang="es-ES" b="1" dirty="0"/>
          </a:p>
          <a:p>
            <a:pPr marL="1778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es-ES" b="1" dirty="0"/>
              <a:t>ELK </a:t>
            </a:r>
            <a:r>
              <a:rPr lang="es-ES" b="1" dirty="0" err="1"/>
              <a:t>Stack</a:t>
            </a:r>
            <a:endParaRPr lang="es-ES" b="1" dirty="0"/>
          </a:p>
          <a:p>
            <a:pPr marL="349250" indent="-171450">
              <a:buClr>
                <a:schemeClr val="dk1"/>
              </a:buClr>
              <a:buSzPts val="800"/>
            </a:pPr>
            <a:r>
              <a:rPr lang="es-ES" dirty="0"/>
              <a:t>Recolección y análisis de logs</a:t>
            </a:r>
          </a:p>
          <a:p>
            <a:pPr marL="349250" indent="-171450">
              <a:buClr>
                <a:schemeClr val="dk1"/>
              </a:buClr>
              <a:buSzPts val="800"/>
            </a:pPr>
            <a:r>
              <a:rPr lang="es-ES" dirty="0" err="1"/>
              <a:t>Dashboards</a:t>
            </a:r>
            <a:r>
              <a:rPr lang="es-ES" dirty="0"/>
              <a:t> interactivos</a:t>
            </a:r>
          </a:p>
          <a:p>
            <a:pPr marL="349250" indent="-171450">
              <a:buClr>
                <a:schemeClr val="dk1"/>
              </a:buClr>
              <a:buSzPts val="800"/>
            </a:pPr>
            <a:endParaRPr lang="es-ES" dirty="0"/>
          </a:p>
          <a:p>
            <a:pPr marL="349250" indent="-171450">
              <a:buClr>
                <a:schemeClr val="dk1"/>
              </a:buClr>
              <a:buSzPts val="800"/>
            </a:pPr>
            <a:endParaRPr lang="es-ES" dirty="0"/>
          </a:p>
        </p:txBody>
      </p:sp>
      <p:pic>
        <p:nvPicPr>
          <p:cNvPr id="3" name="Imagen 2" descr="Una caricatura de una persona&#10;&#10;El contenido generado por IA puede ser incorrecto.">
            <a:extLst>
              <a:ext uri="{FF2B5EF4-FFF2-40B4-BE49-F238E27FC236}">
                <a16:creationId xmlns:a16="http://schemas.microsoft.com/office/drawing/2014/main" id="{A1F3F146-3CFD-0283-5A0B-A17E5281E8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277" y="2571750"/>
            <a:ext cx="4193864" cy="2045674"/>
          </a:xfrm>
          <a:prstGeom prst="rect">
            <a:avLst/>
          </a:prstGeom>
        </p:spPr>
      </p:pic>
      <p:pic>
        <p:nvPicPr>
          <p:cNvPr id="5" name="Imagen 4" descr="Icono&#10;&#10;El contenido generado por IA puede ser incorrecto.">
            <a:extLst>
              <a:ext uri="{FF2B5EF4-FFF2-40B4-BE49-F238E27FC236}">
                <a16:creationId xmlns:a16="http://schemas.microsoft.com/office/drawing/2014/main" id="{F17522A9-BD39-2C37-7DF7-D6445D97F8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3916" y="1686070"/>
            <a:ext cx="2103807" cy="2151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2258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5">
          <a:extLst>
            <a:ext uri="{FF2B5EF4-FFF2-40B4-BE49-F238E27FC236}">
              <a16:creationId xmlns:a16="http://schemas.microsoft.com/office/drawing/2014/main" id="{7932CB0A-9139-1441-47F8-AD9C5F052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44">
            <a:extLst>
              <a:ext uri="{FF2B5EF4-FFF2-40B4-BE49-F238E27FC236}">
                <a16:creationId xmlns:a16="http://schemas.microsoft.com/office/drawing/2014/main" id="{36F78C92-A4F7-0053-B325-0FF5D85F06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45025"/>
            <a:ext cx="7772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+mj-lt"/>
              </a:rPr>
              <a:t>Peritaje y Analisis forense</a:t>
            </a:r>
            <a:endParaRPr b="1" dirty="0">
              <a:latin typeface="+mj-lt"/>
            </a:endParaRPr>
          </a:p>
        </p:txBody>
      </p:sp>
      <p:sp>
        <p:nvSpPr>
          <p:cNvPr id="877" name="Google Shape;877;p44">
            <a:extLst>
              <a:ext uri="{FF2B5EF4-FFF2-40B4-BE49-F238E27FC236}">
                <a16:creationId xmlns:a16="http://schemas.microsoft.com/office/drawing/2014/main" id="{96DE7DBA-698C-628C-50AF-9FF17253E15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23900" y="1098525"/>
            <a:ext cx="7734300" cy="350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78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es-ES" b="1" dirty="0"/>
              <a:t>Volatility3</a:t>
            </a:r>
          </a:p>
          <a:p>
            <a:pPr marL="457200" lvl="0" indent="-279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es-ES" dirty="0"/>
              <a:t>Análisis completo de memorias RAM</a:t>
            </a:r>
          </a:p>
          <a:p>
            <a:pPr marL="457200" lvl="0" indent="-279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endParaRPr lang="es-ES" b="1" dirty="0"/>
          </a:p>
          <a:p>
            <a:pPr marL="1778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es-ES" b="1" dirty="0" err="1"/>
              <a:t>Autopsy</a:t>
            </a:r>
            <a:endParaRPr lang="es-ES" b="1" dirty="0"/>
          </a:p>
          <a:p>
            <a:pPr marL="349250" indent="-171450">
              <a:buClr>
                <a:schemeClr val="dk1"/>
              </a:buClr>
              <a:buSzPts val="800"/>
            </a:pPr>
            <a:r>
              <a:rPr lang="es-ES" dirty="0" err="1"/>
              <a:t>Inspeccion</a:t>
            </a:r>
            <a:r>
              <a:rPr lang="es-ES" dirty="0"/>
              <a:t> de sistemas de archivos y recuperación de artefactos</a:t>
            </a:r>
          </a:p>
          <a:p>
            <a:pPr marL="349250" indent="-171450">
              <a:buClr>
                <a:schemeClr val="dk1"/>
              </a:buClr>
              <a:buSzPts val="800"/>
            </a:pPr>
            <a:endParaRPr lang="es-ES" dirty="0"/>
          </a:p>
          <a:p>
            <a:pPr marL="177800" indent="0">
              <a:buClr>
                <a:schemeClr val="dk1"/>
              </a:buClr>
              <a:buSzPts val="800"/>
              <a:buNone/>
            </a:pPr>
            <a:r>
              <a:rPr lang="es-ES" b="1" dirty="0" err="1"/>
              <a:t>Winpmem</a:t>
            </a:r>
            <a:endParaRPr lang="es-ES" b="1" dirty="0"/>
          </a:p>
          <a:p>
            <a:pPr marL="349250" indent="-171450">
              <a:buClr>
                <a:schemeClr val="dk1"/>
              </a:buClr>
              <a:buSzPts val="800"/>
            </a:pPr>
            <a:r>
              <a:rPr lang="es-ES" dirty="0"/>
              <a:t>Volcado de RAM</a:t>
            </a:r>
          </a:p>
          <a:p>
            <a:pPr marL="349250" indent="-171450">
              <a:buClr>
                <a:schemeClr val="dk1"/>
              </a:buClr>
              <a:buSzPts val="800"/>
            </a:pPr>
            <a:r>
              <a:rPr lang="es-ES" dirty="0"/>
              <a:t>Sencillo y simple</a:t>
            </a:r>
          </a:p>
          <a:p>
            <a:pPr marL="177800" indent="0">
              <a:buClr>
                <a:schemeClr val="dk1"/>
              </a:buClr>
              <a:buSzPts val="800"/>
              <a:buNone/>
            </a:pPr>
            <a:endParaRPr lang="es-ES" b="1" dirty="0"/>
          </a:p>
          <a:p>
            <a:pPr marL="177800" indent="0">
              <a:buClr>
                <a:schemeClr val="dk1"/>
              </a:buClr>
              <a:buSzPts val="800"/>
              <a:buNone/>
            </a:pPr>
            <a:r>
              <a:rPr lang="es-ES" b="1" dirty="0"/>
              <a:t>FTK </a:t>
            </a:r>
            <a:r>
              <a:rPr lang="es-ES" b="1" dirty="0" err="1"/>
              <a:t>Imager</a:t>
            </a:r>
            <a:endParaRPr lang="es-ES" b="1" dirty="0"/>
          </a:p>
          <a:p>
            <a:pPr marL="349250" indent="-171450">
              <a:buClr>
                <a:schemeClr val="dk1"/>
              </a:buClr>
              <a:buSzPts val="800"/>
            </a:pPr>
            <a:r>
              <a:rPr lang="es-ES" dirty="0"/>
              <a:t>Simple, sin problemas.</a:t>
            </a:r>
          </a:p>
          <a:p>
            <a:pPr marL="177800" indent="0">
              <a:buClr>
                <a:schemeClr val="dk1"/>
              </a:buClr>
              <a:buSzPts val="800"/>
              <a:buNone/>
            </a:pPr>
            <a:endParaRPr lang="es-ES" dirty="0"/>
          </a:p>
        </p:txBody>
      </p:sp>
      <p:pic>
        <p:nvPicPr>
          <p:cNvPr id="4" name="Imagen 3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4433D613-972A-CF96-5557-F37FBE7947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01" y="3452048"/>
            <a:ext cx="2398152" cy="1342965"/>
          </a:xfrm>
          <a:prstGeom prst="rect">
            <a:avLst/>
          </a:prstGeom>
        </p:spPr>
      </p:pic>
      <p:pic>
        <p:nvPicPr>
          <p:cNvPr id="7" name="Imagen 6" descr="Un circuito electrónico&#10;&#10;El contenido generado por IA puede ser incorrecto.">
            <a:extLst>
              <a:ext uri="{FF2B5EF4-FFF2-40B4-BE49-F238E27FC236}">
                <a16:creationId xmlns:a16="http://schemas.microsoft.com/office/drawing/2014/main" id="{77678C27-8A67-1301-8CBC-B83ECAC885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1356" y="3164736"/>
            <a:ext cx="1760477" cy="1760477"/>
          </a:xfrm>
          <a:prstGeom prst="rect">
            <a:avLst/>
          </a:prstGeom>
        </p:spPr>
      </p:pic>
      <p:pic>
        <p:nvPicPr>
          <p:cNvPr id="9" name="Imagen 8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8A8989C7-16C4-6732-D8C3-E3CA42C9FD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8136" y="2859923"/>
            <a:ext cx="2223838" cy="2223838"/>
          </a:xfrm>
          <a:prstGeom prst="rect">
            <a:avLst/>
          </a:prstGeom>
        </p:spPr>
      </p:pic>
      <p:pic>
        <p:nvPicPr>
          <p:cNvPr id="11" name="Imagen 10" descr="Un dibujo de una cara feliz&#10;&#10;El contenido generado por IA puede ser incorrecto.">
            <a:extLst>
              <a:ext uri="{FF2B5EF4-FFF2-40B4-BE49-F238E27FC236}">
                <a16:creationId xmlns:a16="http://schemas.microsoft.com/office/drawing/2014/main" id="{B39E0416-46ED-5899-54F4-0861440473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2526" y="1180479"/>
            <a:ext cx="1597490" cy="1597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5544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5">
          <a:extLst>
            <a:ext uri="{FF2B5EF4-FFF2-40B4-BE49-F238E27FC236}">
              <a16:creationId xmlns:a16="http://schemas.microsoft.com/office/drawing/2014/main" id="{7066CFE0-BC31-F7BD-56AA-D55B20B88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44">
            <a:extLst>
              <a:ext uri="{FF2B5EF4-FFF2-40B4-BE49-F238E27FC236}">
                <a16:creationId xmlns:a16="http://schemas.microsoft.com/office/drawing/2014/main" id="{92B28D09-E143-A5DD-B63A-004517F4186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45025"/>
            <a:ext cx="7772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+mj-lt"/>
              </a:rPr>
              <a:t>Estructura de la red</a:t>
            </a:r>
            <a:endParaRPr b="1" dirty="0">
              <a:latin typeface="+mj-lt"/>
            </a:endParaRPr>
          </a:p>
        </p:txBody>
      </p:sp>
      <p:sp>
        <p:nvSpPr>
          <p:cNvPr id="877" name="Google Shape;877;p44">
            <a:extLst>
              <a:ext uri="{FF2B5EF4-FFF2-40B4-BE49-F238E27FC236}">
                <a16:creationId xmlns:a16="http://schemas.microsoft.com/office/drawing/2014/main" id="{2FDC0F5F-F6E1-B332-689D-6D64E0B16D8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23900" y="1098525"/>
            <a:ext cx="7734300" cy="350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78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es-ES" b="1" dirty="0" err="1"/>
              <a:t>Distribucion</a:t>
            </a:r>
            <a:endParaRPr lang="es-ES" b="1" dirty="0"/>
          </a:p>
          <a:p>
            <a:pPr marL="457200" lvl="0" indent="-279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es-ES" dirty="0"/>
              <a:t>Servidor: Ubuntu 22,04 LTS</a:t>
            </a:r>
            <a:endParaRPr dirty="0"/>
          </a:p>
          <a:p>
            <a:pPr marL="457200" lvl="0" indent="-279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es-ES" dirty="0"/>
              <a:t>Clientes: Windows 10</a:t>
            </a:r>
          </a:p>
          <a:p>
            <a:pPr marL="1778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endParaRPr lang="es-ES" b="1" dirty="0"/>
          </a:p>
          <a:p>
            <a:pPr marL="1778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es-ES" b="1" dirty="0"/>
              <a:t>Redes</a:t>
            </a:r>
          </a:p>
          <a:p>
            <a:pPr marL="349250" indent="-171450">
              <a:buClr>
                <a:schemeClr val="dk1"/>
              </a:buClr>
              <a:buSzPts val="800"/>
            </a:pPr>
            <a:r>
              <a:rPr lang="es-ES" dirty="0"/>
              <a:t>Red NAT (192.168.100.0/24)</a:t>
            </a:r>
          </a:p>
          <a:p>
            <a:pPr marL="349250" indent="-171450">
              <a:buClr>
                <a:schemeClr val="dk1"/>
              </a:buClr>
              <a:buSzPts val="800"/>
            </a:pPr>
            <a:r>
              <a:rPr lang="es-ES" dirty="0"/>
              <a:t>Red interna (192.168.200.0/24)</a:t>
            </a:r>
          </a:p>
          <a:p>
            <a:pPr marL="457200" lvl="0" indent="-279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endParaRPr lang="es-ES" b="1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B1583F2-5228-093B-2D97-22EE645314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3232" y="1361287"/>
            <a:ext cx="5850768" cy="2854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1148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1">
          <a:extLst>
            <a:ext uri="{FF2B5EF4-FFF2-40B4-BE49-F238E27FC236}">
              <a16:creationId xmlns:a16="http://schemas.microsoft.com/office/drawing/2014/main" id="{AB7BF0B5-C04F-D132-F9FA-0FEC27FB6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45">
            <a:extLst>
              <a:ext uri="{FF2B5EF4-FFF2-40B4-BE49-F238E27FC236}">
                <a16:creationId xmlns:a16="http://schemas.microsoft.com/office/drawing/2014/main" id="{DDF377B3-EFF7-9554-7E3E-24EE71564A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9402" y="1856299"/>
            <a:ext cx="6400799" cy="12994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/>
              <a:t>Backups</a:t>
            </a:r>
            <a:endParaRPr sz="4000" dirty="0"/>
          </a:p>
        </p:txBody>
      </p:sp>
    </p:spTree>
    <p:extLst>
      <p:ext uri="{BB962C8B-B14F-4D97-AF65-F5344CB8AC3E}">
        <p14:creationId xmlns:p14="http://schemas.microsoft.com/office/powerpoint/2010/main" val="10931437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1">
          <a:extLst>
            <a:ext uri="{FF2B5EF4-FFF2-40B4-BE49-F238E27FC236}">
              <a16:creationId xmlns:a16="http://schemas.microsoft.com/office/drawing/2014/main" id="{93F8D83C-434C-411F-3289-C6B1186A8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45">
            <a:extLst>
              <a:ext uri="{FF2B5EF4-FFF2-40B4-BE49-F238E27FC236}">
                <a16:creationId xmlns:a16="http://schemas.microsoft.com/office/drawing/2014/main" id="{71AB92A0-196C-8D4B-5101-5848D317A1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9402" y="1856299"/>
            <a:ext cx="6400799" cy="12994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/>
              <a:t>Monitorizaciones y su funcionamiento</a:t>
            </a:r>
            <a:endParaRPr sz="4000" dirty="0"/>
          </a:p>
        </p:txBody>
      </p:sp>
    </p:spTree>
    <p:extLst>
      <p:ext uri="{BB962C8B-B14F-4D97-AF65-F5344CB8AC3E}">
        <p14:creationId xmlns:p14="http://schemas.microsoft.com/office/powerpoint/2010/main" val="17846335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5">
          <a:extLst>
            <a:ext uri="{FF2B5EF4-FFF2-40B4-BE49-F238E27FC236}">
              <a16:creationId xmlns:a16="http://schemas.microsoft.com/office/drawing/2014/main" id="{1CDEFC70-7C8C-0ABE-B195-9FB1F4EA6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44">
            <a:extLst>
              <a:ext uri="{FF2B5EF4-FFF2-40B4-BE49-F238E27FC236}">
                <a16:creationId xmlns:a16="http://schemas.microsoft.com/office/drawing/2014/main" id="{ABF49C50-1FF9-2460-1892-7B0F6A09A8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45025"/>
            <a:ext cx="7772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+mj-lt"/>
              </a:rPr>
              <a:t>Monitorizacion ElasticSearch</a:t>
            </a:r>
            <a:endParaRPr b="1" dirty="0">
              <a:latin typeface="+mj-lt"/>
            </a:endParaRPr>
          </a:p>
        </p:txBody>
      </p:sp>
      <p:sp>
        <p:nvSpPr>
          <p:cNvPr id="877" name="Google Shape;877;p44">
            <a:extLst>
              <a:ext uri="{FF2B5EF4-FFF2-40B4-BE49-F238E27FC236}">
                <a16:creationId xmlns:a16="http://schemas.microsoft.com/office/drawing/2014/main" id="{71B3AA41-E1C4-1311-26A1-A067C5C072B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23900" y="1098525"/>
            <a:ext cx="7734300" cy="350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78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es-ES" sz="1000" b="1" dirty="0" err="1"/>
              <a:t>Filebeat</a:t>
            </a:r>
            <a:endParaRPr lang="es-ES" sz="1000" dirty="0"/>
          </a:p>
          <a:p>
            <a:pPr marL="177800" indent="0">
              <a:buClr>
                <a:schemeClr val="dk1"/>
              </a:buClr>
              <a:buSzPts val="800"/>
              <a:buNone/>
            </a:pPr>
            <a:endParaRPr lang="es-ES" sz="1000" dirty="0"/>
          </a:p>
          <a:p>
            <a:pPr marL="349250" indent="-171450">
              <a:buClr>
                <a:schemeClr val="dk1"/>
              </a:buClr>
              <a:buSzPts val="800"/>
            </a:pPr>
            <a:r>
              <a:rPr lang="es-ES" sz="1000" dirty="0" err="1"/>
              <a:t>Recoleccion</a:t>
            </a:r>
            <a:r>
              <a:rPr lang="es-ES" sz="1000" dirty="0"/>
              <a:t> y </a:t>
            </a:r>
            <a:r>
              <a:rPr lang="es-ES" sz="1000" dirty="0" err="1"/>
              <a:t>envio</a:t>
            </a:r>
            <a:r>
              <a:rPr lang="es-ES" sz="1000" dirty="0"/>
              <a:t> ligero de logs de sistema hacia </a:t>
            </a:r>
            <a:r>
              <a:rPr lang="es-ES" sz="1000" dirty="0" err="1"/>
              <a:t>Logstash</a:t>
            </a:r>
            <a:r>
              <a:rPr lang="es-ES" sz="1000" dirty="0"/>
              <a:t>/</a:t>
            </a:r>
            <a:r>
              <a:rPr lang="es-ES" sz="1000" dirty="0" err="1"/>
              <a:t>Elasticsearch</a:t>
            </a:r>
            <a:r>
              <a:rPr lang="es-ES" sz="1000" dirty="0"/>
              <a:t> (</a:t>
            </a:r>
            <a:r>
              <a:rPr lang="es-ES" sz="1000" dirty="0" err="1"/>
              <a:t>syslog</a:t>
            </a:r>
            <a:r>
              <a:rPr lang="es-ES" sz="1000" dirty="0"/>
              <a:t>, </a:t>
            </a:r>
            <a:r>
              <a:rPr lang="es-ES" sz="1000" dirty="0" err="1"/>
              <a:t>auth.log,etc</a:t>
            </a:r>
            <a:r>
              <a:rPr lang="es-ES" sz="1000" dirty="0"/>
              <a:t>).</a:t>
            </a:r>
          </a:p>
          <a:p>
            <a:pPr marL="349250" indent="-171450">
              <a:buClr>
                <a:schemeClr val="dk1"/>
              </a:buClr>
              <a:buSzPts val="800"/>
            </a:pPr>
            <a:endParaRPr lang="es-ES" sz="1000" dirty="0"/>
          </a:p>
          <a:p>
            <a:pPr marL="177800" indent="0">
              <a:buClr>
                <a:schemeClr val="dk1"/>
              </a:buClr>
              <a:buSzPts val="800"/>
              <a:buNone/>
            </a:pPr>
            <a:r>
              <a:rPr lang="es-ES" sz="1000" b="1" dirty="0" err="1"/>
              <a:t>Packetbeat</a:t>
            </a:r>
            <a:endParaRPr lang="es-ES" sz="1000" b="1" dirty="0"/>
          </a:p>
          <a:p>
            <a:pPr marL="177800" indent="0">
              <a:buClr>
                <a:schemeClr val="dk1"/>
              </a:buClr>
              <a:buSzPts val="800"/>
              <a:buNone/>
            </a:pPr>
            <a:endParaRPr lang="es-ES" sz="1000" dirty="0"/>
          </a:p>
          <a:p>
            <a:pPr marL="349250" indent="-171450">
              <a:buClr>
                <a:schemeClr val="dk1"/>
              </a:buClr>
              <a:buSzPts val="800"/>
            </a:pPr>
            <a:r>
              <a:rPr lang="es-ES" sz="1000" dirty="0"/>
              <a:t>Captura y </a:t>
            </a:r>
            <a:r>
              <a:rPr lang="es-ES" sz="1000" dirty="0" err="1"/>
              <a:t>envia</a:t>
            </a:r>
            <a:r>
              <a:rPr lang="es-ES" sz="1000" dirty="0"/>
              <a:t> en tiempo real el trafico de red hacia </a:t>
            </a:r>
            <a:r>
              <a:rPr lang="es-ES" sz="1000" dirty="0" err="1"/>
              <a:t>Logstash</a:t>
            </a:r>
            <a:r>
              <a:rPr lang="es-ES" sz="1000" dirty="0"/>
              <a:t>/</a:t>
            </a:r>
            <a:r>
              <a:rPr lang="es-ES" sz="1000" dirty="0" err="1"/>
              <a:t>Elasticsearch</a:t>
            </a:r>
            <a:r>
              <a:rPr lang="es-ES" sz="1000" dirty="0"/>
              <a:t> (HTTP, DNS, </a:t>
            </a:r>
            <a:r>
              <a:rPr lang="es-ES" sz="1000" dirty="0" err="1"/>
              <a:t>etc</a:t>
            </a:r>
            <a:r>
              <a:rPr lang="es-ES" sz="1000" dirty="0"/>
              <a:t>).</a:t>
            </a:r>
          </a:p>
          <a:p>
            <a:pPr marL="349250" indent="-171450">
              <a:buClr>
                <a:schemeClr val="dk1"/>
              </a:buClr>
              <a:buSzPts val="800"/>
            </a:pPr>
            <a:endParaRPr lang="es-ES" sz="1000" dirty="0"/>
          </a:p>
          <a:p>
            <a:pPr marL="177800" indent="0">
              <a:buClr>
                <a:schemeClr val="dk1"/>
              </a:buClr>
              <a:buSzPts val="800"/>
              <a:buNone/>
            </a:pPr>
            <a:r>
              <a:rPr lang="es-ES" sz="1000" b="1" dirty="0" err="1"/>
              <a:t>Auditd</a:t>
            </a:r>
            <a:endParaRPr lang="es-ES" sz="1000" b="1" dirty="0"/>
          </a:p>
          <a:p>
            <a:pPr marL="177800" indent="0">
              <a:buClr>
                <a:schemeClr val="dk1"/>
              </a:buClr>
              <a:buSzPts val="800"/>
              <a:buNone/>
            </a:pPr>
            <a:endParaRPr lang="es-ES" sz="1000" dirty="0"/>
          </a:p>
          <a:p>
            <a:pPr marL="349250" indent="-171450">
              <a:buClr>
                <a:schemeClr val="dk1"/>
              </a:buClr>
              <a:buSzPts val="800"/>
            </a:pPr>
            <a:r>
              <a:rPr lang="es-ES" sz="1000" dirty="0"/>
              <a:t>Registro y </a:t>
            </a:r>
            <a:r>
              <a:rPr lang="es-ES" sz="1000" dirty="0" err="1"/>
              <a:t>envio</a:t>
            </a:r>
            <a:r>
              <a:rPr lang="es-ES" sz="1000" dirty="0"/>
              <a:t> de eventos de auditoria del </a:t>
            </a:r>
            <a:r>
              <a:rPr lang="es-ES" sz="1000" dirty="0" err="1"/>
              <a:t>kernel</a:t>
            </a:r>
            <a:r>
              <a:rPr lang="es-ES" sz="1000" dirty="0"/>
              <a:t> Linux hacia </a:t>
            </a:r>
            <a:r>
              <a:rPr lang="es-ES" sz="1000" dirty="0" err="1"/>
              <a:t>Logstash</a:t>
            </a:r>
            <a:r>
              <a:rPr lang="es-ES" sz="1000" dirty="0"/>
              <a:t>/</a:t>
            </a:r>
            <a:r>
              <a:rPr lang="es-ES" sz="1000" dirty="0" err="1"/>
              <a:t>Elasticsearch</a:t>
            </a:r>
            <a:r>
              <a:rPr lang="es-ES" sz="1000" dirty="0"/>
              <a:t>(cambios de permisos, creación de archivos, etc.).</a:t>
            </a:r>
          </a:p>
          <a:p>
            <a:pPr marL="349250" indent="-171450">
              <a:buClr>
                <a:schemeClr val="dk1"/>
              </a:buClr>
              <a:buSzPts val="800"/>
            </a:pPr>
            <a:endParaRPr lang="es-ES" sz="1000" dirty="0"/>
          </a:p>
          <a:p>
            <a:pPr marL="177800" indent="0">
              <a:buClr>
                <a:schemeClr val="dk1"/>
              </a:buClr>
              <a:buSzPts val="800"/>
              <a:buNone/>
            </a:pPr>
            <a:r>
              <a:rPr lang="es-ES" sz="1000" b="1" dirty="0"/>
              <a:t>Suricata</a:t>
            </a:r>
          </a:p>
          <a:p>
            <a:pPr marL="177800" indent="0">
              <a:buClr>
                <a:schemeClr val="dk1"/>
              </a:buClr>
              <a:buSzPts val="800"/>
              <a:buNone/>
            </a:pPr>
            <a:endParaRPr lang="es-ES" sz="1000" b="1" dirty="0"/>
          </a:p>
          <a:p>
            <a:pPr marL="349250" indent="-171450">
              <a:buClr>
                <a:schemeClr val="dk1"/>
              </a:buClr>
              <a:buSzPts val="800"/>
            </a:pPr>
            <a:r>
              <a:rPr lang="es-ES" sz="1000" dirty="0"/>
              <a:t>IDS/IPS de código abierto que inspecciona el trafico de red y genera alertas en formato JSON hacia </a:t>
            </a:r>
            <a:r>
              <a:rPr lang="es-ES" sz="1000" dirty="0" err="1"/>
              <a:t>Elasticsearch</a:t>
            </a:r>
            <a:endParaRPr lang="es-ES" sz="1000" dirty="0"/>
          </a:p>
          <a:p>
            <a:pPr marL="177800" indent="0">
              <a:buClr>
                <a:schemeClr val="dk1"/>
              </a:buClr>
              <a:buSzPts val="800"/>
              <a:buNone/>
            </a:pPr>
            <a:endParaRPr lang="es-ES" sz="1000" dirty="0"/>
          </a:p>
          <a:p>
            <a:pPr marL="177800" indent="0">
              <a:buClr>
                <a:schemeClr val="dk1"/>
              </a:buClr>
              <a:buSzPts val="800"/>
              <a:buNone/>
            </a:pPr>
            <a:r>
              <a:rPr lang="es-ES" sz="1000" b="1" dirty="0" err="1"/>
              <a:t>Zeek</a:t>
            </a:r>
            <a:endParaRPr lang="es-ES" sz="1000" b="1" dirty="0"/>
          </a:p>
          <a:p>
            <a:pPr marL="177800" indent="0">
              <a:buClr>
                <a:schemeClr val="dk1"/>
              </a:buClr>
              <a:buSzPts val="800"/>
              <a:buNone/>
            </a:pPr>
            <a:endParaRPr lang="es-ES" sz="1000" dirty="0"/>
          </a:p>
          <a:p>
            <a:pPr marL="349250" indent="-171450">
              <a:buClr>
                <a:schemeClr val="dk1"/>
              </a:buClr>
              <a:buSzPts val="800"/>
            </a:pPr>
            <a:r>
              <a:rPr lang="es-ES" sz="1000" dirty="0"/>
              <a:t>Sistema de análisis de trafico de red que extrae metadatos y eventos de sesión, exportándolos en formato JSON hacia </a:t>
            </a:r>
            <a:r>
              <a:rPr lang="es-ES" sz="1000" dirty="0" err="1"/>
              <a:t>Elasticsearch</a:t>
            </a:r>
            <a:endParaRPr lang="es-ES" sz="1000" dirty="0"/>
          </a:p>
        </p:txBody>
      </p:sp>
    </p:spTree>
    <p:extLst>
      <p:ext uri="{BB962C8B-B14F-4D97-AF65-F5344CB8AC3E}">
        <p14:creationId xmlns:p14="http://schemas.microsoft.com/office/powerpoint/2010/main" val="26826549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5">
          <a:extLst>
            <a:ext uri="{FF2B5EF4-FFF2-40B4-BE49-F238E27FC236}">
              <a16:creationId xmlns:a16="http://schemas.microsoft.com/office/drawing/2014/main" id="{7FD4D5A8-42E1-9B26-BCFE-0FC6EBDDB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44">
            <a:extLst>
              <a:ext uri="{FF2B5EF4-FFF2-40B4-BE49-F238E27FC236}">
                <a16:creationId xmlns:a16="http://schemas.microsoft.com/office/drawing/2014/main" id="{93895341-022D-C700-BFDB-B53A2FC995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45025"/>
            <a:ext cx="7772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+mj-lt"/>
              </a:rPr>
              <a:t>Monitorizacion Grafana + Prometheus</a:t>
            </a:r>
            <a:endParaRPr b="1" dirty="0">
              <a:latin typeface="+mj-lt"/>
            </a:endParaRPr>
          </a:p>
        </p:txBody>
      </p:sp>
      <p:sp>
        <p:nvSpPr>
          <p:cNvPr id="877" name="Google Shape;877;p44">
            <a:extLst>
              <a:ext uri="{FF2B5EF4-FFF2-40B4-BE49-F238E27FC236}">
                <a16:creationId xmlns:a16="http://schemas.microsoft.com/office/drawing/2014/main" id="{70EF92E8-C42A-D96B-700D-D20D4875541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23900" y="1098525"/>
            <a:ext cx="7734300" cy="350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78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es-ES" sz="1000" b="1" dirty="0" err="1"/>
              <a:t>Node</a:t>
            </a:r>
            <a:r>
              <a:rPr lang="es-ES" sz="1000" b="1" dirty="0"/>
              <a:t> </a:t>
            </a:r>
            <a:r>
              <a:rPr lang="es-ES" sz="1000" b="1" dirty="0" err="1"/>
              <a:t>Exporter</a:t>
            </a:r>
            <a:endParaRPr lang="es-ES" sz="1000" b="1" dirty="0"/>
          </a:p>
          <a:p>
            <a:pPr marL="1778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endParaRPr lang="es-ES" sz="1000" b="1" dirty="0"/>
          </a:p>
          <a:p>
            <a:pPr marL="349250" indent="-171450">
              <a:buClr>
                <a:schemeClr val="dk1"/>
              </a:buClr>
              <a:buSzPts val="800"/>
            </a:pPr>
            <a:r>
              <a:rPr lang="es-ES" sz="1000" dirty="0"/>
              <a:t>Exporta métricas de hardware y sistema operativo a </a:t>
            </a:r>
            <a:r>
              <a:rPr lang="es-ES" sz="1000" dirty="0" err="1"/>
              <a:t>Prometheus</a:t>
            </a:r>
            <a:r>
              <a:rPr lang="es-ES" sz="1000" dirty="0"/>
              <a:t> (uso CPU, memoria libro, estado de los discos, etc.)</a:t>
            </a:r>
          </a:p>
          <a:p>
            <a:pPr marL="177800" indent="0">
              <a:buClr>
                <a:schemeClr val="dk1"/>
              </a:buClr>
              <a:buSzPts val="800"/>
              <a:buNone/>
            </a:pPr>
            <a:endParaRPr lang="es-ES" sz="1000" dirty="0"/>
          </a:p>
          <a:p>
            <a:pPr marL="177800" indent="0">
              <a:buClr>
                <a:schemeClr val="dk1"/>
              </a:buClr>
              <a:buSzPts val="800"/>
              <a:buNone/>
            </a:pPr>
            <a:r>
              <a:rPr lang="es-ES" sz="1000" b="1" dirty="0"/>
              <a:t>Windows </a:t>
            </a:r>
            <a:r>
              <a:rPr lang="es-ES" sz="1000" b="1" dirty="0" err="1"/>
              <a:t>Exporter</a:t>
            </a:r>
            <a:endParaRPr lang="es-ES" sz="1000" b="1" dirty="0"/>
          </a:p>
          <a:p>
            <a:pPr marL="177800" indent="0">
              <a:buClr>
                <a:schemeClr val="dk1"/>
              </a:buClr>
              <a:buSzPts val="800"/>
              <a:buNone/>
            </a:pPr>
            <a:endParaRPr lang="es-ES" sz="1000" b="1" dirty="0"/>
          </a:p>
          <a:p>
            <a:pPr marL="349250" indent="-171450">
              <a:buClr>
                <a:schemeClr val="dk1"/>
              </a:buClr>
              <a:buSzPts val="800"/>
            </a:pPr>
            <a:r>
              <a:rPr lang="es-ES" sz="1000" dirty="0"/>
              <a:t>Exporta métricas de Windows a </a:t>
            </a:r>
            <a:r>
              <a:rPr lang="es-ES" sz="1000" dirty="0" err="1"/>
              <a:t>Prometheus</a:t>
            </a:r>
            <a:r>
              <a:rPr lang="es-ES" sz="1000" dirty="0"/>
              <a:t> (mismo funcionamiento que </a:t>
            </a:r>
            <a:r>
              <a:rPr lang="es-ES" sz="1000" dirty="0" err="1"/>
              <a:t>node</a:t>
            </a:r>
            <a:r>
              <a:rPr lang="es-ES" sz="1000" dirty="0"/>
              <a:t> </a:t>
            </a:r>
            <a:r>
              <a:rPr lang="es-ES" sz="1000" dirty="0" err="1"/>
              <a:t>exporter</a:t>
            </a:r>
            <a:r>
              <a:rPr lang="es-ES" sz="1000" dirty="0"/>
              <a:t>).</a:t>
            </a:r>
          </a:p>
          <a:p>
            <a:pPr marL="177800" indent="0">
              <a:buClr>
                <a:schemeClr val="dk1"/>
              </a:buClr>
              <a:buSzPts val="800"/>
              <a:buNone/>
            </a:pPr>
            <a:endParaRPr lang="es-ES" sz="1000" dirty="0"/>
          </a:p>
        </p:txBody>
      </p:sp>
      <p:pic>
        <p:nvPicPr>
          <p:cNvPr id="3" name="Imagen 2" descr="Diagrama&#10;&#10;El contenido generado por IA puede ser incorrecto.">
            <a:extLst>
              <a:ext uri="{FF2B5EF4-FFF2-40B4-BE49-F238E27FC236}">
                <a16:creationId xmlns:a16="http://schemas.microsoft.com/office/drawing/2014/main" id="{748A95C4-9ACD-5F3C-106F-9331332C17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8868" y="2393037"/>
            <a:ext cx="4428753" cy="2456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4325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1">
          <a:extLst>
            <a:ext uri="{FF2B5EF4-FFF2-40B4-BE49-F238E27FC236}">
              <a16:creationId xmlns:a16="http://schemas.microsoft.com/office/drawing/2014/main" id="{736C7D4F-7B34-578E-77BE-D57BFBC65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45">
            <a:extLst>
              <a:ext uri="{FF2B5EF4-FFF2-40B4-BE49-F238E27FC236}">
                <a16:creationId xmlns:a16="http://schemas.microsoft.com/office/drawing/2014/main" id="{5552CB9B-31FC-590A-6248-A0B7BBB04B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9402" y="1856299"/>
            <a:ext cx="6400799" cy="12994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/>
              <a:t>Alertas y su funcionamiento</a:t>
            </a:r>
            <a:endParaRPr sz="4000" dirty="0"/>
          </a:p>
        </p:txBody>
      </p:sp>
    </p:spTree>
    <p:extLst>
      <p:ext uri="{BB962C8B-B14F-4D97-AF65-F5344CB8AC3E}">
        <p14:creationId xmlns:p14="http://schemas.microsoft.com/office/powerpoint/2010/main" val="33625349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5">
          <a:extLst>
            <a:ext uri="{FF2B5EF4-FFF2-40B4-BE49-F238E27FC236}">
              <a16:creationId xmlns:a16="http://schemas.microsoft.com/office/drawing/2014/main" id="{811BE6BF-DD86-3D3B-02B2-12ECFA9AD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44">
            <a:extLst>
              <a:ext uri="{FF2B5EF4-FFF2-40B4-BE49-F238E27FC236}">
                <a16:creationId xmlns:a16="http://schemas.microsoft.com/office/drawing/2014/main" id="{E613470A-9FF8-C543-3C6E-D5DEC3F4ED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45025"/>
            <a:ext cx="7772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+mj-lt"/>
              </a:rPr>
              <a:t>Alertas Prometheus</a:t>
            </a:r>
            <a:endParaRPr b="1" dirty="0">
              <a:latin typeface="+mj-lt"/>
            </a:endParaRPr>
          </a:p>
        </p:txBody>
      </p:sp>
      <p:sp>
        <p:nvSpPr>
          <p:cNvPr id="877" name="Google Shape;877;p44">
            <a:extLst>
              <a:ext uri="{FF2B5EF4-FFF2-40B4-BE49-F238E27FC236}">
                <a16:creationId xmlns:a16="http://schemas.microsoft.com/office/drawing/2014/main" id="{80282002-D785-F6B6-2F10-07F3A7BC469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23900" y="1098525"/>
            <a:ext cx="7734300" cy="350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78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es-ES" sz="1000" b="1" dirty="0" err="1"/>
              <a:t>UbuntuHighCPU</a:t>
            </a:r>
            <a:endParaRPr lang="es-ES" sz="1000" b="1" dirty="0"/>
          </a:p>
          <a:p>
            <a:pPr marL="1778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endParaRPr lang="es-ES" sz="1000" b="1" dirty="0"/>
          </a:p>
          <a:p>
            <a:pPr marL="349250" indent="-171450">
              <a:buClr>
                <a:schemeClr val="dk1"/>
              </a:buClr>
              <a:buSzPts val="800"/>
            </a:pPr>
            <a:r>
              <a:rPr lang="es-ES" sz="1000" dirty="0"/>
              <a:t>Alerta de uso excesivo de la CPU en Ubuntu, se dispara si el uso de la CPU supera el 90% durante al menos 2 minutos.</a:t>
            </a:r>
          </a:p>
          <a:p>
            <a:pPr marL="177800" indent="0">
              <a:buClr>
                <a:schemeClr val="dk1"/>
              </a:buClr>
              <a:buSzPts val="800"/>
              <a:buNone/>
            </a:pPr>
            <a:endParaRPr lang="es-ES" sz="1000" dirty="0"/>
          </a:p>
          <a:p>
            <a:pPr marL="177800" indent="0">
              <a:buClr>
                <a:schemeClr val="dk1"/>
              </a:buClr>
              <a:buSzPts val="800"/>
              <a:buNone/>
            </a:pPr>
            <a:r>
              <a:rPr lang="es-ES" sz="1000" b="1" dirty="0" err="1"/>
              <a:t>WindwowsHighRAM</a:t>
            </a:r>
            <a:endParaRPr lang="es-ES" sz="1000" b="1" dirty="0"/>
          </a:p>
          <a:p>
            <a:pPr marL="177800" indent="0">
              <a:buClr>
                <a:schemeClr val="dk1"/>
              </a:buClr>
              <a:buSzPts val="800"/>
              <a:buNone/>
            </a:pPr>
            <a:endParaRPr lang="es-ES" sz="1000" dirty="0"/>
          </a:p>
          <a:p>
            <a:pPr marL="349250" indent="-171450">
              <a:buClr>
                <a:schemeClr val="dk1"/>
              </a:buClr>
              <a:buSzPts val="800"/>
            </a:pPr>
            <a:r>
              <a:rPr lang="es-ES" sz="1000" dirty="0"/>
              <a:t>Alerta de memoria RAM alta en clientes Windows: dispara si el uso de la RAM supera el 80% durante al menos 2 minutos.</a:t>
            </a:r>
          </a:p>
          <a:p>
            <a:pPr marL="349250" indent="-171450">
              <a:buClr>
                <a:schemeClr val="dk1"/>
              </a:buClr>
              <a:buSzPts val="800"/>
            </a:pPr>
            <a:endParaRPr lang="es-ES" sz="1000" dirty="0"/>
          </a:p>
          <a:p>
            <a:pPr marL="177800" indent="0">
              <a:buClr>
                <a:schemeClr val="dk1"/>
              </a:buClr>
              <a:buSzPts val="800"/>
              <a:buNone/>
            </a:pPr>
            <a:r>
              <a:rPr lang="es-ES" sz="1000" b="1" dirty="0" err="1"/>
              <a:t>UbuntuRootDiskHigh</a:t>
            </a:r>
            <a:endParaRPr lang="es-ES" sz="1000" b="1" dirty="0"/>
          </a:p>
          <a:p>
            <a:pPr marL="177800" indent="0">
              <a:buClr>
                <a:schemeClr val="dk1"/>
              </a:buClr>
              <a:buSzPts val="800"/>
              <a:buNone/>
            </a:pPr>
            <a:endParaRPr lang="es-ES" sz="1000" dirty="0"/>
          </a:p>
          <a:p>
            <a:pPr marL="349250" indent="-171450">
              <a:buClr>
                <a:schemeClr val="dk1"/>
              </a:buClr>
              <a:buSzPts val="800"/>
            </a:pPr>
            <a:r>
              <a:rPr lang="es-ES" sz="1000" dirty="0"/>
              <a:t>Alerta de disco raíz casi lleno en Ubuntu: dispara si la partición excede el 90% de ocupación</a:t>
            </a:r>
          </a:p>
          <a:p>
            <a:pPr marL="349250" indent="-171450">
              <a:buClr>
                <a:schemeClr val="dk1"/>
              </a:buClr>
              <a:buSzPts val="800"/>
            </a:pPr>
            <a:endParaRPr lang="es-ES" sz="1000" dirty="0"/>
          </a:p>
          <a:p>
            <a:pPr marL="177800" indent="0">
              <a:buClr>
                <a:schemeClr val="dk1"/>
              </a:buClr>
              <a:buSzPts val="800"/>
              <a:buNone/>
            </a:pPr>
            <a:r>
              <a:rPr lang="es-ES" sz="1000" b="1" dirty="0" err="1"/>
              <a:t>WindowsRootDiskHigh</a:t>
            </a:r>
            <a:endParaRPr lang="es-ES" sz="1000" b="1" dirty="0"/>
          </a:p>
          <a:p>
            <a:pPr marL="177800" indent="0">
              <a:buClr>
                <a:schemeClr val="dk1"/>
              </a:buClr>
              <a:buSzPts val="800"/>
              <a:buNone/>
            </a:pPr>
            <a:endParaRPr lang="es-ES" sz="1000" dirty="0"/>
          </a:p>
          <a:p>
            <a:pPr marL="349250" indent="-171450">
              <a:buClr>
                <a:schemeClr val="dk1"/>
              </a:buClr>
              <a:buSzPts val="800"/>
            </a:pPr>
            <a:r>
              <a:rPr lang="es-ES" sz="1000" dirty="0"/>
              <a:t>Alerta de disco C: casi lleno en Windows, se dispara si el volumen C: supera el 90% de ocupación.</a:t>
            </a:r>
          </a:p>
        </p:txBody>
      </p:sp>
    </p:spTree>
    <p:extLst>
      <p:ext uri="{BB962C8B-B14F-4D97-AF65-F5344CB8AC3E}">
        <p14:creationId xmlns:p14="http://schemas.microsoft.com/office/powerpoint/2010/main" val="17985839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5">
          <a:extLst>
            <a:ext uri="{FF2B5EF4-FFF2-40B4-BE49-F238E27FC236}">
              <a16:creationId xmlns:a16="http://schemas.microsoft.com/office/drawing/2014/main" id="{0A33B086-4533-2F56-D5D7-2579EB614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44">
            <a:extLst>
              <a:ext uri="{FF2B5EF4-FFF2-40B4-BE49-F238E27FC236}">
                <a16:creationId xmlns:a16="http://schemas.microsoft.com/office/drawing/2014/main" id="{CE548B3E-2621-7C6C-BDAD-4C97AB816E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45025"/>
            <a:ext cx="7772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+mj-lt"/>
              </a:rPr>
              <a:t>Alertas Suricata</a:t>
            </a:r>
            <a:endParaRPr b="1" dirty="0">
              <a:latin typeface="+mj-lt"/>
            </a:endParaRPr>
          </a:p>
        </p:txBody>
      </p:sp>
      <p:sp>
        <p:nvSpPr>
          <p:cNvPr id="877" name="Google Shape;877;p44">
            <a:extLst>
              <a:ext uri="{FF2B5EF4-FFF2-40B4-BE49-F238E27FC236}">
                <a16:creationId xmlns:a16="http://schemas.microsoft.com/office/drawing/2014/main" id="{CFF25CC2-70ED-2CAD-8B91-37CE835FD2B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23900" y="1098525"/>
            <a:ext cx="7734300" cy="350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78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es-ES" sz="1000" b="1" dirty="0"/>
              <a:t>SSH hacia la red</a:t>
            </a:r>
          </a:p>
          <a:p>
            <a:pPr marL="1778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endParaRPr lang="es-ES" sz="1000" b="1" dirty="0"/>
          </a:p>
          <a:p>
            <a:pPr marL="349250" indent="-171450">
              <a:buClr>
                <a:schemeClr val="dk1"/>
              </a:buClr>
              <a:buSzPts val="800"/>
            </a:pPr>
            <a:r>
              <a:rPr lang="es-ES" sz="1000" dirty="0"/>
              <a:t>Detecta intentos de conexión SSH hacia los puertos de la red interna.</a:t>
            </a:r>
          </a:p>
          <a:p>
            <a:pPr marL="177800" indent="0">
              <a:buClr>
                <a:schemeClr val="dk1"/>
              </a:buClr>
              <a:buSzPts val="800"/>
              <a:buNone/>
            </a:pPr>
            <a:endParaRPr lang="es-ES" sz="1000" dirty="0"/>
          </a:p>
          <a:p>
            <a:pPr marL="177800" indent="0">
              <a:buClr>
                <a:schemeClr val="dk1"/>
              </a:buClr>
              <a:buSzPts val="800"/>
              <a:buNone/>
            </a:pPr>
            <a:r>
              <a:rPr lang="es-ES" sz="1000" dirty="0"/>
              <a:t>Intento Telnet a HOME</a:t>
            </a:r>
          </a:p>
          <a:p>
            <a:pPr marL="177800" indent="0">
              <a:buClr>
                <a:schemeClr val="dk1"/>
              </a:buClr>
              <a:buSzPts val="800"/>
              <a:buNone/>
            </a:pPr>
            <a:endParaRPr lang="es-ES" sz="1000" dirty="0"/>
          </a:p>
          <a:p>
            <a:pPr marL="349250" indent="-171450">
              <a:buClr>
                <a:schemeClr val="dk1"/>
              </a:buClr>
              <a:buSzPts val="800"/>
            </a:pPr>
            <a:r>
              <a:rPr lang="es-ES" sz="1000" dirty="0"/>
              <a:t>Captura intentos de Telnet vía puerto 23</a:t>
            </a:r>
          </a:p>
          <a:p>
            <a:pPr marL="349250" indent="-171450">
              <a:buClr>
                <a:schemeClr val="dk1"/>
              </a:buClr>
              <a:buSzPts val="800"/>
            </a:pPr>
            <a:endParaRPr lang="es-ES" sz="1000" dirty="0"/>
          </a:p>
          <a:p>
            <a:pPr marL="177800" indent="0">
              <a:buClr>
                <a:schemeClr val="dk1"/>
              </a:buClr>
              <a:buSzPts val="800"/>
              <a:buNone/>
            </a:pPr>
            <a:r>
              <a:rPr lang="es-ES" sz="1000" dirty="0"/>
              <a:t>Intento de conexión FTP a HOME</a:t>
            </a:r>
          </a:p>
          <a:p>
            <a:pPr marL="177800" indent="0">
              <a:buClr>
                <a:schemeClr val="dk1"/>
              </a:buClr>
              <a:buSzPts val="800"/>
              <a:buNone/>
            </a:pPr>
            <a:endParaRPr lang="es-ES" sz="1000" dirty="0"/>
          </a:p>
          <a:p>
            <a:pPr marL="349250" indent="-171450">
              <a:buClr>
                <a:schemeClr val="dk1"/>
              </a:buClr>
              <a:buSzPts val="800"/>
            </a:pPr>
            <a:r>
              <a:rPr lang="es-ES" sz="1000" dirty="0"/>
              <a:t>Señala las conexiones FTP al puerto 21 de la red interna.</a:t>
            </a:r>
          </a:p>
          <a:p>
            <a:pPr marL="349250" indent="-171450">
              <a:buClr>
                <a:schemeClr val="dk1"/>
              </a:buClr>
              <a:buSzPts val="800"/>
            </a:pPr>
            <a:endParaRPr lang="es-ES" sz="1000" dirty="0"/>
          </a:p>
          <a:p>
            <a:pPr marL="177800" indent="0">
              <a:buClr>
                <a:schemeClr val="dk1"/>
              </a:buClr>
              <a:buSzPts val="800"/>
              <a:buNone/>
            </a:pPr>
            <a:r>
              <a:rPr lang="es-ES" sz="1000" b="1" dirty="0"/>
              <a:t>Escaneo de Puertos</a:t>
            </a:r>
          </a:p>
          <a:p>
            <a:pPr marL="177800" indent="0">
              <a:buClr>
                <a:schemeClr val="dk1"/>
              </a:buClr>
              <a:buSzPts val="800"/>
              <a:buNone/>
            </a:pPr>
            <a:endParaRPr lang="es-ES" sz="1000" b="1" dirty="0"/>
          </a:p>
          <a:p>
            <a:pPr marL="349250" indent="-171450">
              <a:buClr>
                <a:schemeClr val="dk1"/>
              </a:buClr>
              <a:buSzPts val="800"/>
            </a:pPr>
            <a:r>
              <a:rPr lang="es-ES" sz="1000" dirty="0" err="1"/>
              <a:t>Envia</a:t>
            </a:r>
            <a:r>
              <a:rPr lang="es-ES" sz="1000" dirty="0"/>
              <a:t> una alerta si una misma fuente </a:t>
            </a:r>
            <a:r>
              <a:rPr lang="es-ES" sz="1000" dirty="0" err="1"/>
              <a:t>envia</a:t>
            </a:r>
            <a:r>
              <a:rPr lang="es-ES" sz="1000" dirty="0"/>
              <a:t> 5 SYN a diferentes puertos en 60 segundos.</a:t>
            </a:r>
          </a:p>
          <a:p>
            <a:pPr marL="177800" indent="0">
              <a:buClr>
                <a:schemeClr val="dk1"/>
              </a:buClr>
              <a:buSzPts val="800"/>
              <a:buNone/>
            </a:pPr>
            <a:endParaRPr lang="es-ES" sz="1000" dirty="0"/>
          </a:p>
          <a:p>
            <a:pPr marL="177800" indent="0">
              <a:buClr>
                <a:schemeClr val="dk1"/>
              </a:buClr>
              <a:buSzPts val="800"/>
              <a:buNone/>
            </a:pPr>
            <a:r>
              <a:rPr lang="es-ES" sz="1000" b="1" dirty="0"/>
              <a:t>Alerta ICMP </a:t>
            </a:r>
            <a:r>
              <a:rPr lang="es-ES" sz="1000" b="1" dirty="0" err="1"/>
              <a:t>flood</a:t>
            </a:r>
            <a:endParaRPr lang="es-ES" sz="1000" b="1" dirty="0"/>
          </a:p>
          <a:p>
            <a:pPr marL="177800" indent="0">
              <a:buClr>
                <a:schemeClr val="dk1"/>
              </a:buClr>
              <a:buSzPts val="800"/>
              <a:buNone/>
            </a:pPr>
            <a:endParaRPr lang="es-ES" sz="1000" dirty="0"/>
          </a:p>
          <a:p>
            <a:pPr marL="349250" indent="-171450">
              <a:buClr>
                <a:schemeClr val="dk1"/>
              </a:buClr>
              <a:buSzPts val="800"/>
            </a:pPr>
            <a:r>
              <a:rPr lang="es-ES" sz="1000" dirty="0"/>
              <a:t>Detecta cuando llegan alrededor de 10 paquetes o mas ICMP desde la misma fuente en un intervalo de 5s</a:t>
            </a:r>
          </a:p>
        </p:txBody>
      </p:sp>
    </p:spTree>
    <p:extLst>
      <p:ext uri="{BB962C8B-B14F-4D97-AF65-F5344CB8AC3E}">
        <p14:creationId xmlns:p14="http://schemas.microsoft.com/office/powerpoint/2010/main" val="12473694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5">
          <a:extLst>
            <a:ext uri="{FF2B5EF4-FFF2-40B4-BE49-F238E27FC236}">
              <a16:creationId xmlns:a16="http://schemas.microsoft.com/office/drawing/2014/main" id="{CB0F9B79-C3A1-C6E4-3967-CF4A23967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44">
            <a:extLst>
              <a:ext uri="{FF2B5EF4-FFF2-40B4-BE49-F238E27FC236}">
                <a16:creationId xmlns:a16="http://schemas.microsoft.com/office/drawing/2014/main" id="{DE7DFB23-034F-16B6-C4E9-C17F3AEF700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45025"/>
            <a:ext cx="7772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+mj-lt"/>
              </a:rPr>
              <a:t>Alertas Auditd</a:t>
            </a:r>
            <a:endParaRPr b="1" dirty="0">
              <a:latin typeface="+mj-lt"/>
            </a:endParaRPr>
          </a:p>
        </p:txBody>
      </p:sp>
      <p:sp>
        <p:nvSpPr>
          <p:cNvPr id="877" name="Google Shape;877;p44">
            <a:extLst>
              <a:ext uri="{FF2B5EF4-FFF2-40B4-BE49-F238E27FC236}">
                <a16:creationId xmlns:a16="http://schemas.microsoft.com/office/drawing/2014/main" id="{85682834-E450-B39B-1691-073CD34C3EC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23900" y="1098525"/>
            <a:ext cx="7734300" cy="350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78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es-ES" sz="1000" b="1" dirty="0"/>
              <a:t>Cambios en ficheros críticos</a:t>
            </a:r>
          </a:p>
          <a:p>
            <a:pPr marL="1778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endParaRPr lang="es-ES" sz="1000" b="1" dirty="0"/>
          </a:p>
          <a:p>
            <a:pPr marL="349250" indent="-171450">
              <a:buClr>
                <a:schemeClr val="dk1"/>
              </a:buClr>
              <a:buSzPts val="800"/>
            </a:pPr>
            <a:r>
              <a:rPr lang="es-ES" sz="1000" dirty="0"/>
              <a:t>Vigila la escritura de los ficheros /</a:t>
            </a:r>
            <a:r>
              <a:rPr lang="es-ES" sz="1000" dirty="0" err="1"/>
              <a:t>etc</a:t>
            </a:r>
            <a:r>
              <a:rPr lang="es-ES" sz="1000" dirty="0"/>
              <a:t>/</a:t>
            </a:r>
            <a:r>
              <a:rPr lang="es-ES" sz="1000" dirty="0" err="1"/>
              <a:t>passwd</a:t>
            </a:r>
            <a:endParaRPr lang="es-ES" sz="1000" dirty="0"/>
          </a:p>
          <a:p>
            <a:pPr marL="349250" indent="-171450">
              <a:buClr>
                <a:schemeClr val="dk1"/>
              </a:buClr>
              <a:buSzPts val="800"/>
            </a:pPr>
            <a:r>
              <a:rPr lang="es-ES" sz="1000" dirty="0"/>
              <a:t>Detecta </a:t>
            </a:r>
            <a:r>
              <a:rPr lang="es-ES" sz="1000" dirty="0" err="1"/>
              <a:t>modificacione</a:t>
            </a:r>
            <a:r>
              <a:rPr lang="es-ES" sz="1000" dirty="0"/>
              <a:t> sen contraseñas de usuarios</a:t>
            </a:r>
          </a:p>
          <a:p>
            <a:pPr marL="349250" indent="-171450">
              <a:buClr>
                <a:schemeClr val="dk1"/>
              </a:buClr>
              <a:buSzPts val="800"/>
            </a:pPr>
            <a:r>
              <a:rPr lang="es-ES" sz="1000" dirty="0"/>
              <a:t>Captura cambios de grupos</a:t>
            </a:r>
          </a:p>
          <a:p>
            <a:pPr marL="177800" indent="0">
              <a:buClr>
                <a:schemeClr val="dk1"/>
              </a:buClr>
              <a:buSzPts val="800"/>
              <a:buNone/>
            </a:pPr>
            <a:endParaRPr lang="es-ES" sz="1000" dirty="0"/>
          </a:p>
          <a:p>
            <a:pPr marL="177800" indent="0">
              <a:buClr>
                <a:schemeClr val="dk1"/>
              </a:buClr>
              <a:buSzPts val="800"/>
              <a:buNone/>
            </a:pPr>
            <a:r>
              <a:rPr lang="es-ES" sz="1000" b="1" dirty="0"/>
              <a:t>Monitoreo de logs</a:t>
            </a:r>
          </a:p>
          <a:p>
            <a:pPr marL="177800" indent="0">
              <a:buClr>
                <a:schemeClr val="dk1"/>
              </a:buClr>
              <a:buSzPts val="800"/>
              <a:buNone/>
            </a:pPr>
            <a:endParaRPr lang="es-ES" sz="1000" b="1" dirty="0"/>
          </a:p>
          <a:p>
            <a:pPr marL="349250" indent="-171450">
              <a:buClr>
                <a:schemeClr val="dk1"/>
              </a:buClr>
              <a:buSzPts val="800"/>
            </a:pPr>
            <a:r>
              <a:rPr lang="es-ES" sz="1000" dirty="0"/>
              <a:t>Alerta al agregar o modificar archivos de registro</a:t>
            </a:r>
          </a:p>
          <a:p>
            <a:pPr marL="177800" indent="0">
              <a:buClr>
                <a:schemeClr val="dk1"/>
              </a:buClr>
              <a:buSzPts val="800"/>
              <a:buNone/>
            </a:pPr>
            <a:endParaRPr lang="es-ES" sz="1000" dirty="0"/>
          </a:p>
          <a:p>
            <a:pPr marL="177800" indent="0">
              <a:buClr>
                <a:schemeClr val="dk1"/>
              </a:buClr>
              <a:buSzPts val="800"/>
              <a:buNone/>
            </a:pPr>
            <a:r>
              <a:rPr lang="es-ES" sz="1000" b="1" dirty="0"/>
              <a:t>Auditoria de herramientas de privilegio</a:t>
            </a:r>
          </a:p>
          <a:p>
            <a:pPr marL="177800" indent="0">
              <a:buClr>
                <a:schemeClr val="dk1"/>
              </a:buClr>
              <a:buSzPts val="800"/>
              <a:buNone/>
            </a:pPr>
            <a:endParaRPr lang="es-ES" sz="1000" dirty="0"/>
          </a:p>
          <a:p>
            <a:pPr marL="349250" indent="-171450">
              <a:buClr>
                <a:schemeClr val="dk1"/>
              </a:buClr>
              <a:buSzPts val="800"/>
            </a:pPr>
            <a:r>
              <a:rPr lang="es-ES" sz="1000" dirty="0"/>
              <a:t>Ejecuciones de sudo por cualquier usuario</a:t>
            </a:r>
          </a:p>
          <a:p>
            <a:pPr marL="349250" indent="-171450">
              <a:buClr>
                <a:schemeClr val="dk1"/>
              </a:buClr>
              <a:buSzPts val="800"/>
            </a:pPr>
            <a:r>
              <a:rPr lang="es-ES" sz="1000" dirty="0"/>
              <a:t>Cambios de contraseña</a:t>
            </a:r>
          </a:p>
          <a:p>
            <a:pPr marL="177800" indent="0">
              <a:buClr>
                <a:schemeClr val="dk1"/>
              </a:buClr>
              <a:buSzPts val="800"/>
              <a:buNone/>
            </a:pPr>
            <a:endParaRPr lang="es-ES" sz="1000" dirty="0"/>
          </a:p>
          <a:p>
            <a:pPr marL="177800" indent="0">
              <a:buClr>
                <a:schemeClr val="dk1"/>
              </a:buClr>
              <a:buSzPts val="800"/>
              <a:buNone/>
            </a:pPr>
            <a:r>
              <a:rPr lang="es-ES" sz="1000" b="1" dirty="0"/>
              <a:t>Tareas programadas</a:t>
            </a:r>
          </a:p>
          <a:p>
            <a:pPr marL="177800" indent="0">
              <a:buClr>
                <a:schemeClr val="dk1"/>
              </a:buClr>
              <a:buSzPts val="800"/>
              <a:buNone/>
            </a:pPr>
            <a:endParaRPr lang="es-ES" sz="1000" dirty="0"/>
          </a:p>
          <a:p>
            <a:pPr marL="349250" indent="-171450">
              <a:buClr>
                <a:schemeClr val="dk1"/>
              </a:buClr>
              <a:buSzPts val="800"/>
            </a:pPr>
            <a:r>
              <a:rPr lang="es-ES" sz="1000" dirty="0"/>
              <a:t>Detección de nuevas tareas o modificaciones de cron </a:t>
            </a:r>
          </a:p>
          <a:p>
            <a:pPr marL="177800" indent="0">
              <a:buClr>
                <a:schemeClr val="dk1"/>
              </a:buClr>
              <a:buSzPts val="800"/>
              <a:buNone/>
            </a:pPr>
            <a:endParaRPr lang="es-ES" sz="1000" dirty="0"/>
          </a:p>
          <a:p>
            <a:pPr marL="1778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endParaRPr lang="es-ES" sz="1000" b="1" dirty="0"/>
          </a:p>
        </p:txBody>
      </p:sp>
    </p:spTree>
    <p:extLst>
      <p:ext uri="{BB962C8B-B14F-4D97-AF65-F5344CB8AC3E}">
        <p14:creationId xmlns:p14="http://schemas.microsoft.com/office/powerpoint/2010/main" val="3712539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1">
          <a:extLst>
            <a:ext uri="{FF2B5EF4-FFF2-40B4-BE49-F238E27FC236}">
              <a16:creationId xmlns:a16="http://schemas.microsoft.com/office/drawing/2014/main" id="{0A67AF74-FEAE-AB39-817F-B5541F1DE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45">
            <a:extLst>
              <a:ext uri="{FF2B5EF4-FFF2-40B4-BE49-F238E27FC236}">
                <a16:creationId xmlns:a16="http://schemas.microsoft.com/office/drawing/2014/main" id="{8B0C09BA-7141-5D4B-C22E-8A00492275B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9402" y="1856299"/>
            <a:ext cx="6400799" cy="12994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/>
              <a:t>Herramientas forenses y funcionamiento</a:t>
            </a:r>
            <a:endParaRPr sz="4000" dirty="0"/>
          </a:p>
        </p:txBody>
      </p:sp>
    </p:spTree>
    <p:extLst>
      <p:ext uri="{BB962C8B-B14F-4D97-AF65-F5344CB8AC3E}">
        <p14:creationId xmlns:p14="http://schemas.microsoft.com/office/powerpoint/2010/main" val="20819108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5">
          <a:extLst>
            <a:ext uri="{FF2B5EF4-FFF2-40B4-BE49-F238E27FC236}">
              <a16:creationId xmlns:a16="http://schemas.microsoft.com/office/drawing/2014/main" id="{0E9594A3-B9E5-1C17-F1A0-C5A141F3D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44">
            <a:extLst>
              <a:ext uri="{FF2B5EF4-FFF2-40B4-BE49-F238E27FC236}">
                <a16:creationId xmlns:a16="http://schemas.microsoft.com/office/drawing/2014/main" id="{A4A15006-126B-EE1C-68D7-02A8971F355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45025"/>
            <a:ext cx="7772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+mj-lt"/>
              </a:rPr>
              <a:t>Winpmem + Volatility</a:t>
            </a:r>
            <a:endParaRPr b="1" dirty="0">
              <a:latin typeface="+mj-lt"/>
            </a:endParaRPr>
          </a:p>
        </p:txBody>
      </p:sp>
      <p:sp>
        <p:nvSpPr>
          <p:cNvPr id="877" name="Google Shape;877;p44">
            <a:extLst>
              <a:ext uri="{FF2B5EF4-FFF2-40B4-BE49-F238E27FC236}">
                <a16:creationId xmlns:a16="http://schemas.microsoft.com/office/drawing/2014/main" id="{21362C36-FCC9-9FB7-33A3-5AEFACBFC92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23900" y="1098525"/>
            <a:ext cx="7734300" cy="350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78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es-ES" sz="1000" b="1" dirty="0" err="1"/>
              <a:t>Winpmem</a:t>
            </a:r>
            <a:endParaRPr lang="es-ES" sz="1000" b="1" dirty="0"/>
          </a:p>
          <a:p>
            <a:pPr marL="1778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endParaRPr lang="es-ES" sz="1000" b="1" dirty="0"/>
          </a:p>
          <a:p>
            <a:pPr marL="349250" indent="-171450">
              <a:buClr>
                <a:schemeClr val="dk1"/>
              </a:buClr>
              <a:buSzPts val="800"/>
            </a:pPr>
            <a:r>
              <a:rPr lang="es-ES" sz="1000" dirty="0"/>
              <a:t>Ejecutable desde PowerShell</a:t>
            </a:r>
          </a:p>
          <a:p>
            <a:pPr marL="349250" indent="-171450">
              <a:buClr>
                <a:schemeClr val="dk1"/>
              </a:buClr>
              <a:buSzPts val="800"/>
            </a:pPr>
            <a:r>
              <a:rPr lang="es-ES" sz="1000" dirty="0"/>
              <a:t>.\winpmem_mini_x64_rc2.exe memoria[</a:t>
            </a:r>
            <a:r>
              <a:rPr lang="es-ES" sz="1000" dirty="0" err="1"/>
              <a:t>yyyy_mm_dd</a:t>
            </a:r>
            <a:r>
              <a:rPr lang="es-ES" sz="1000" dirty="0"/>
              <a:t>].raw</a:t>
            </a:r>
          </a:p>
          <a:p>
            <a:pPr marL="177800" indent="0">
              <a:buClr>
                <a:schemeClr val="dk1"/>
              </a:buClr>
              <a:buSzPts val="800"/>
              <a:buNone/>
            </a:pPr>
            <a:endParaRPr lang="es-ES" sz="1000" dirty="0"/>
          </a:p>
          <a:p>
            <a:pPr marL="177800" indent="0">
              <a:buClr>
                <a:schemeClr val="dk1"/>
              </a:buClr>
              <a:buSzPts val="800"/>
              <a:buNone/>
            </a:pPr>
            <a:r>
              <a:rPr lang="es-ES" sz="1000" b="1" dirty="0"/>
              <a:t>Volatility3</a:t>
            </a:r>
          </a:p>
          <a:p>
            <a:pPr marL="349250" indent="-171450">
              <a:buClr>
                <a:schemeClr val="dk1"/>
              </a:buClr>
              <a:buSzPts val="800"/>
            </a:pPr>
            <a:endParaRPr lang="es-ES" sz="1000" dirty="0"/>
          </a:p>
          <a:p>
            <a:pPr marL="349250" indent="-171450">
              <a:buClr>
                <a:schemeClr val="dk1"/>
              </a:buClr>
              <a:buSzPts val="800"/>
            </a:pPr>
            <a:r>
              <a:rPr lang="es-ES" sz="1000" dirty="0"/>
              <a:t>Fácil uso, </a:t>
            </a:r>
            <a:r>
              <a:rPr lang="es-ES" sz="1000" dirty="0" err="1"/>
              <a:t>vol</a:t>
            </a:r>
            <a:r>
              <a:rPr lang="es-ES" sz="1000" dirty="0"/>
              <a:t> –h conocemos todos sus usos disponibles</a:t>
            </a:r>
          </a:p>
          <a:p>
            <a:pPr marL="1778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endParaRPr lang="es-ES" sz="1000" b="1" dirty="0"/>
          </a:p>
        </p:txBody>
      </p:sp>
    </p:spTree>
    <p:extLst>
      <p:ext uri="{BB962C8B-B14F-4D97-AF65-F5344CB8AC3E}">
        <p14:creationId xmlns:p14="http://schemas.microsoft.com/office/powerpoint/2010/main" val="27451731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5">
          <a:extLst>
            <a:ext uri="{FF2B5EF4-FFF2-40B4-BE49-F238E27FC236}">
              <a16:creationId xmlns:a16="http://schemas.microsoft.com/office/drawing/2014/main" id="{E647CB00-924E-A315-7B83-B84C72BA6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44">
            <a:extLst>
              <a:ext uri="{FF2B5EF4-FFF2-40B4-BE49-F238E27FC236}">
                <a16:creationId xmlns:a16="http://schemas.microsoft.com/office/drawing/2014/main" id="{A0887169-CEED-B340-5E0A-6E0454296C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45025"/>
            <a:ext cx="7772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+mj-lt"/>
              </a:rPr>
              <a:t>Autopsy + FTK Imager</a:t>
            </a:r>
            <a:endParaRPr b="1" dirty="0">
              <a:latin typeface="+mj-lt"/>
            </a:endParaRPr>
          </a:p>
        </p:txBody>
      </p:sp>
      <p:sp>
        <p:nvSpPr>
          <p:cNvPr id="877" name="Google Shape;877;p44">
            <a:extLst>
              <a:ext uri="{FF2B5EF4-FFF2-40B4-BE49-F238E27FC236}">
                <a16:creationId xmlns:a16="http://schemas.microsoft.com/office/drawing/2014/main" id="{68ACDD26-036A-CEED-AAED-E44292B81F3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23900" y="1098525"/>
            <a:ext cx="7734300" cy="350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78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es-ES" sz="1000" b="1" dirty="0" err="1"/>
              <a:t>Autopsy</a:t>
            </a:r>
            <a:endParaRPr lang="es-ES" sz="1000" b="1" dirty="0"/>
          </a:p>
          <a:p>
            <a:pPr marL="1778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endParaRPr lang="es-ES" sz="1000" b="1" dirty="0"/>
          </a:p>
          <a:p>
            <a:pPr marL="349250" indent="-171450">
              <a:buClr>
                <a:schemeClr val="dk1"/>
              </a:buClr>
              <a:buSzPts val="800"/>
            </a:pPr>
            <a:r>
              <a:rPr lang="es-ES" sz="1000" dirty="0"/>
              <a:t>Accesible desde cualquier maquina conectada a la red interna.</a:t>
            </a:r>
          </a:p>
          <a:p>
            <a:pPr marL="177800" indent="0">
              <a:buClr>
                <a:schemeClr val="dk1"/>
              </a:buClr>
              <a:buSzPts val="800"/>
              <a:buNone/>
            </a:pPr>
            <a:endParaRPr lang="es-ES" sz="1000" dirty="0"/>
          </a:p>
          <a:p>
            <a:pPr marL="177800" indent="0">
              <a:buClr>
                <a:schemeClr val="dk1"/>
              </a:buClr>
              <a:buSzPts val="800"/>
              <a:buNone/>
            </a:pPr>
            <a:r>
              <a:rPr lang="es-ES" sz="1000" b="1" dirty="0"/>
              <a:t>FTK </a:t>
            </a:r>
            <a:r>
              <a:rPr lang="es-ES" sz="1000" b="1" dirty="0" err="1"/>
              <a:t>Imager</a:t>
            </a:r>
            <a:endParaRPr lang="es-ES" sz="1000" b="1" dirty="0"/>
          </a:p>
          <a:p>
            <a:pPr marL="349250" indent="-171450">
              <a:buClr>
                <a:schemeClr val="dk1"/>
              </a:buClr>
              <a:buSzPts val="800"/>
            </a:pPr>
            <a:endParaRPr lang="es-ES" sz="1000" dirty="0"/>
          </a:p>
          <a:p>
            <a:pPr marL="349250" indent="-171450">
              <a:buClr>
                <a:schemeClr val="dk1"/>
              </a:buClr>
              <a:buSzPts val="800"/>
            </a:pPr>
            <a:r>
              <a:rPr lang="es-ES" sz="1000" dirty="0"/>
              <a:t>Copias semanales de los clientes Windows</a:t>
            </a:r>
          </a:p>
          <a:p>
            <a:pPr marL="1778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endParaRPr lang="es-ES" sz="1000" b="1" dirty="0"/>
          </a:p>
        </p:txBody>
      </p:sp>
      <p:pic>
        <p:nvPicPr>
          <p:cNvPr id="3" name="Imagen 2" descr="Interfaz de usuario gráfica, Texto, Sitio web&#10;&#10;El contenido generado por IA puede ser incorrecto.">
            <a:extLst>
              <a:ext uri="{FF2B5EF4-FFF2-40B4-BE49-F238E27FC236}">
                <a16:creationId xmlns:a16="http://schemas.microsoft.com/office/drawing/2014/main" id="{40388BF8-AE8F-4D8F-E285-28F673736B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4429" y="2339205"/>
            <a:ext cx="5397023" cy="2359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2140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1">
          <a:extLst>
            <a:ext uri="{FF2B5EF4-FFF2-40B4-BE49-F238E27FC236}">
              <a16:creationId xmlns:a16="http://schemas.microsoft.com/office/drawing/2014/main" id="{B18FC490-8A76-DE6F-96F0-ED49BB3E9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45">
            <a:extLst>
              <a:ext uri="{FF2B5EF4-FFF2-40B4-BE49-F238E27FC236}">
                <a16:creationId xmlns:a16="http://schemas.microsoft.com/office/drawing/2014/main" id="{7111F753-0DF0-66D1-9768-C8099CB2068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9402" y="1856299"/>
            <a:ext cx="6400799" cy="12994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/>
              <a:t>Distribucion de pantallas</a:t>
            </a:r>
            <a:endParaRPr sz="4000" dirty="0"/>
          </a:p>
        </p:txBody>
      </p:sp>
    </p:spTree>
    <p:extLst>
      <p:ext uri="{BB962C8B-B14F-4D97-AF65-F5344CB8AC3E}">
        <p14:creationId xmlns:p14="http://schemas.microsoft.com/office/powerpoint/2010/main" val="32668863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1">
          <a:extLst>
            <a:ext uri="{FF2B5EF4-FFF2-40B4-BE49-F238E27FC236}">
              <a16:creationId xmlns:a16="http://schemas.microsoft.com/office/drawing/2014/main" id="{2CE67DD4-D600-B1CE-BFD8-561A9C479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45">
            <a:extLst>
              <a:ext uri="{FF2B5EF4-FFF2-40B4-BE49-F238E27FC236}">
                <a16:creationId xmlns:a16="http://schemas.microsoft.com/office/drawing/2014/main" id="{F26F2C2A-7EAC-B8E1-974F-A1113908E4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9402" y="1856299"/>
            <a:ext cx="6400799" cy="12994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/>
              <a:t>Otros servicios no mencionados</a:t>
            </a:r>
            <a:endParaRPr sz="4000" dirty="0"/>
          </a:p>
        </p:txBody>
      </p:sp>
    </p:spTree>
    <p:extLst>
      <p:ext uri="{BB962C8B-B14F-4D97-AF65-F5344CB8AC3E}">
        <p14:creationId xmlns:p14="http://schemas.microsoft.com/office/powerpoint/2010/main" val="14712608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" name="Google Shape;2140;p64"/>
          <p:cNvSpPr txBox="1">
            <a:spLocks noGrp="1"/>
          </p:cNvSpPr>
          <p:nvPr>
            <p:ph type="title"/>
          </p:nvPr>
        </p:nvSpPr>
        <p:spPr>
          <a:xfrm>
            <a:off x="1327050" y="1598088"/>
            <a:ext cx="6489900" cy="131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Conclusiones</a:t>
            </a:r>
            <a:endParaRPr dirty="0"/>
          </a:p>
        </p:txBody>
      </p:sp>
      <p:grpSp>
        <p:nvGrpSpPr>
          <p:cNvPr id="2142" name="Google Shape;2142;p64"/>
          <p:cNvGrpSpPr/>
          <p:nvPr/>
        </p:nvGrpSpPr>
        <p:grpSpPr>
          <a:xfrm>
            <a:off x="7816955" y="3097972"/>
            <a:ext cx="877308" cy="2042473"/>
            <a:chOff x="731955" y="2811840"/>
            <a:chExt cx="564367" cy="1313910"/>
          </a:xfrm>
        </p:grpSpPr>
        <p:sp>
          <p:nvSpPr>
            <p:cNvPr id="2143" name="Google Shape;2143;p64"/>
            <p:cNvSpPr/>
            <p:nvPr/>
          </p:nvSpPr>
          <p:spPr>
            <a:xfrm>
              <a:off x="1038864" y="2811840"/>
              <a:ext cx="165191" cy="1313910"/>
            </a:xfrm>
            <a:custGeom>
              <a:avLst/>
              <a:gdLst/>
              <a:ahLst/>
              <a:cxnLst/>
              <a:rect l="l" t="t" r="r" b="b"/>
              <a:pathLst>
                <a:path w="8241" h="65548" extrusionOk="0">
                  <a:moveTo>
                    <a:pt x="7006" y="1"/>
                  </a:moveTo>
                  <a:cubicBezTo>
                    <a:pt x="7006" y="33"/>
                    <a:pt x="7036" y="95"/>
                    <a:pt x="7068" y="158"/>
                  </a:cubicBezTo>
                  <a:lnTo>
                    <a:pt x="7068" y="158"/>
                  </a:lnTo>
                  <a:cubicBezTo>
                    <a:pt x="7047" y="106"/>
                    <a:pt x="7027" y="53"/>
                    <a:pt x="7006" y="1"/>
                  </a:cubicBezTo>
                  <a:close/>
                  <a:moveTo>
                    <a:pt x="7068" y="158"/>
                  </a:moveTo>
                  <a:cubicBezTo>
                    <a:pt x="7071" y="167"/>
                    <a:pt x="7075" y="176"/>
                    <a:pt x="7078" y="184"/>
                  </a:cubicBezTo>
                  <a:lnTo>
                    <a:pt x="7078" y="184"/>
                  </a:lnTo>
                  <a:cubicBezTo>
                    <a:pt x="7076" y="179"/>
                    <a:pt x="7074" y="173"/>
                    <a:pt x="7073" y="168"/>
                  </a:cubicBezTo>
                  <a:cubicBezTo>
                    <a:pt x="7071" y="165"/>
                    <a:pt x="7069" y="161"/>
                    <a:pt x="7068" y="158"/>
                  </a:cubicBezTo>
                  <a:close/>
                  <a:moveTo>
                    <a:pt x="7078" y="184"/>
                  </a:moveTo>
                  <a:cubicBezTo>
                    <a:pt x="7110" y="286"/>
                    <a:pt x="7143" y="447"/>
                    <a:pt x="7206" y="668"/>
                  </a:cubicBezTo>
                  <a:cubicBezTo>
                    <a:pt x="7406" y="1302"/>
                    <a:pt x="7573" y="1936"/>
                    <a:pt x="7673" y="2603"/>
                  </a:cubicBezTo>
                  <a:cubicBezTo>
                    <a:pt x="8107" y="5004"/>
                    <a:pt x="8040" y="7440"/>
                    <a:pt x="7506" y="9841"/>
                  </a:cubicBezTo>
                  <a:cubicBezTo>
                    <a:pt x="7106" y="11476"/>
                    <a:pt x="6472" y="13044"/>
                    <a:pt x="5605" y="14478"/>
                  </a:cubicBezTo>
                  <a:cubicBezTo>
                    <a:pt x="4704" y="16046"/>
                    <a:pt x="3470" y="17580"/>
                    <a:pt x="2503" y="19381"/>
                  </a:cubicBezTo>
                  <a:cubicBezTo>
                    <a:pt x="1435" y="21283"/>
                    <a:pt x="968" y="23484"/>
                    <a:pt x="1235" y="25653"/>
                  </a:cubicBezTo>
                  <a:cubicBezTo>
                    <a:pt x="1469" y="27888"/>
                    <a:pt x="2236" y="30089"/>
                    <a:pt x="2970" y="32324"/>
                  </a:cubicBezTo>
                  <a:cubicBezTo>
                    <a:pt x="3703" y="34526"/>
                    <a:pt x="4371" y="36794"/>
                    <a:pt x="4437" y="38995"/>
                  </a:cubicBezTo>
                  <a:cubicBezTo>
                    <a:pt x="4471" y="41130"/>
                    <a:pt x="4204" y="43232"/>
                    <a:pt x="3603" y="45300"/>
                  </a:cubicBezTo>
                  <a:cubicBezTo>
                    <a:pt x="3070" y="47268"/>
                    <a:pt x="2436" y="49103"/>
                    <a:pt x="1869" y="50837"/>
                  </a:cubicBezTo>
                  <a:cubicBezTo>
                    <a:pt x="1302" y="52438"/>
                    <a:pt x="868" y="54073"/>
                    <a:pt x="535" y="55741"/>
                  </a:cubicBezTo>
                  <a:cubicBezTo>
                    <a:pt x="1" y="58143"/>
                    <a:pt x="1" y="60611"/>
                    <a:pt x="535" y="63013"/>
                  </a:cubicBezTo>
                  <a:cubicBezTo>
                    <a:pt x="701" y="63680"/>
                    <a:pt x="935" y="64280"/>
                    <a:pt x="1235" y="64914"/>
                  </a:cubicBezTo>
                  <a:cubicBezTo>
                    <a:pt x="1335" y="65081"/>
                    <a:pt x="1402" y="65248"/>
                    <a:pt x="1469" y="65348"/>
                  </a:cubicBezTo>
                  <a:cubicBezTo>
                    <a:pt x="1502" y="65414"/>
                    <a:pt x="1535" y="65481"/>
                    <a:pt x="1569" y="65548"/>
                  </a:cubicBezTo>
                  <a:cubicBezTo>
                    <a:pt x="1535" y="65481"/>
                    <a:pt x="1502" y="65414"/>
                    <a:pt x="1502" y="65381"/>
                  </a:cubicBezTo>
                  <a:cubicBezTo>
                    <a:pt x="1435" y="65248"/>
                    <a:pt x="1368" y="65114"/>
                    <a:pt x="1268" y="64914"/>
                  </a:cubicBezTo>
                  <a:cubicBezTo>
                    <a:pt x="1002" y="64280"/>
                    <a:pt x="768" y="63680"/>
                    <a:pt x="635" y="63013"/>
                  </a:cubicBezTo>
                  <a:cubicBezTo>
                    <a:pt x="101" y="60644"/>
                    <a:pt x="134" y="58176"/>
                    <a:pt x="701" y="55774"/>
                  </a:cubicBezTo>
                  <a:cubicBezTo>
                    <a:pt x="1035" y="54140"/>
                    <a:pt x="1469" y="52505"/>
                    <a:pt x="2036" y="50904"/>
                  </a:cubicBezTo>
                  <a:cubicBezTo>
                    <a:pt x="2603" y="49203"/>
                    <a:pt x="3270" y="47368"/>
                    <a:pt x="3804" y="45367"/>
                  </a:cubicBezTo>
                  <a:cubicBezTo>
                    <a:pt x="4404" y="43299"/>
                    <a:pt x="4704" y="41164"/>
                    <a:pt x="4671" y="38995"/>
                  </a:cubicBezTo>
                  <a:cubicBezTo>
                    <a:pt x="4604" y="36761"/>
                    <a:pt x="3937" y="34492"/>
                    <a:pt x="3203" y="32257"/>
                  </a:cubicBezTo>
                  <a:cubicBezTo>
                    <a:pt x="2469" y="30022"/>
                    <a:pt x="1702" y="27821"/>
                    <a:pt x="1469" y="25619"/>
                  </a:cubicBezTo>
                  <a:cubicBezTo>
                    <a:pt x="1235" y="23518"/>
                    <a:pt x="1635" y="21350"/>
                    <a:pt x="2703" y="19482"/>
                  </a:cubicBezTo>
                  <a:cubicBezTo>
                    <a:pt x="3670" y="17714"/>
                    <a:pt x="4871" y="16146"/>
                    <a:pt x="5805" y="14578"/>
                  </a:cubicBezTo>
                  <a:cubicBezTo>
                    <a:pt x="6639" y="13110"/>
                    <a:pt x="7273" y="11542"/>
                    <a:pt x="7673" y="9875"/>
                  </a:cubicBezTo>
                  <a:cubicBezTo>
                    <a:pt x="8207" y="7473"/>
                    <a:pt x="8240" y="4971"/>
                    <a:pt x="7773" y="2569"/>
                  </a:cubicBezTo>
                  <a:cubicBezTo>
                    <a:pt x="7618" y="1765"/>
                    <a:pt x="7378" y="962"/>
                    <a:pt x="7078" y="184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4" name="Google Shape;2144;p64"/>
            <p:cNvSpPr/>
            <p:nvPr/>
          </p:nvSpPr>
          <p:spPr>
            <a:xfrm>
              <a:off x="1085669" y="2945500"/>
              <a:ext cx="81603" cy="189987"/>
            </a:xfrm>
            <a:custGeom>
              <a:avLst/>
              <a:gdLst/>
              <a:ahLst/>
              <a:cxnLst/>
              <a:rect l="l" t="t" r="r" b="b"/>
              <a:pathLst>
                <a:path w="4071" h="9478" extrusionOk="0">
                  <a:moveTo>
                    <a:pt x="589" y="0"/>
                  </a:moveTo>
                  <a:cubicBezTo>
                    <a:pt x="495" y="0"/>
                    <a:pt x="401" y="66"/>
                    <a:pt x="401" y="171"/>
                  </a:cubicBezTo>
                  <a:cubicBezTo>
                    <a:pt x="201" y="1138"/>
                    <a:pt x="1" y="4174"/>
                    <a:pt x="2202" y="9478"/>
                  </a:cubicBezTo>
                  <a:cubicBezTo>
                    <a:pt x="2202" y="9478"/>
                    <a:pt x="4070" y="3540"/>
                    <a:pt x="735" y="71"/>
                  </a:cubicBezTo>
                  <a:cubicBezTo>
                    <a:pt x="698" y="22"/>
                    <a:pt x="643" y="0"/>
                    <a:pt x="589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5" name="Google Shape;2145;p64"/>
            <p:cNvSpPr/>
            <p:nvPr/>
          </p:nvSpPr>
          <p:spPr>
            <a:xfrm>
              <a:off x="1107738" y="2986372"/>
              <a:ext cx="24094" cy="149115"/>
            </a:xfrm>
            <a:custGeom>
              <a:avLst/>
              <a:gdLst/>
              <a:ahLst/>
              <a:cxnLst/>
              <a:rect l="l" t="t" r="r" b="b"/>
              <a:pathLst>
                <a:path w="1202" h="7439" extrusionOk="0">
                  <a:moveTo>
                    <a:pt x="1" y="0"/>
                  </a:moveTo>
                  <a:cubicBezTo>
                    <a:pt x="1" y="367"/>
                    <a:pt x="34" y="734"/>
                    <a:pt x="134" y="1101"/>
                  </a:cubicBezTo>
                  <a:cubicBezTo>
                    <a:pt x="234" y="1868"/>
                    <a:pt x="401" y="2735"/>
                    <a:pt x="534" y="3736"/>
                  </a:cubicBezTo>
                  <a:cubicBezTo>
                    <a:pt x="701" y="4703"/>
                    <a:pt x="835" y="5604"/>
                    <a:pt x="968" y="6338"/>
                  </a:cubicBezTo>
                  <a:cubicBezTo>
                    <a:pt x="1001" y="6705"/>
                    <a:pt x="1068" y="7072"/>
                    <a:pt x="1168" y="7439"/>
                  </a:cubicBezTo>
                  <a:cubicBezTo>
                    <a:pt x="1201" y="7072"/>
                    <a:pt x="1168" y="6672"/>
                    <a:pt x="1135" y="6338"/>
                  </a:cubicBezTo>
                  <a:cubicBezTo>
                    <a:pt x="1068" y="5637"/>
                    <a:pt x="935" y="4703"/>
                    <a:pt x="768" y="3703"/>
                  </a:cubicBezTo>
                  <a:cubicBezTo>
                    <a:pt x="601" y="2669"/>
                    <a:pt x="434" y="1735"/>
                    <a:pt x="267" y="1068"/>
                  </a:cubicBezTo>
                  <a:cubicBezTo>
                    <a:pt x="234" y="701"/>
                    <a:pt x="134" y="367"/>
                    <a:pt x="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6" name="Google Shape;2146;p64"/>
            <p:cNvSpPr/>
            <p:nvPr/>
          </p:nvSpPr>
          <p:spPr>
            <a:xfrm>
              <a:off x="965519" y="3262873"/>
              <a:ext cx="120851" cy="153444"/>
            </a:xfrm>
            <a:custGeom>
              <a:avLst/>
              <a:gdLst/>
              <a:ahLst/>
              <a:cxnLst/>
              <a:rect l="l" t="t" r="r" b="b"/>
              <a:pathLst>
                <a:path w="6029" h="7655" extrusionOk="0">
                  <a:moveTo>
                    <a:pt x="247" y="1"/>
                  </a:moveTo>
                  <a:cubicBezTo>
                    <a:pt x="111" y="1"/>
                    <a:pt x="1" y="142"/>
                    <a:pt x="57" y="283"/>
                  </a:cubicBezTo>
                  <a:cubicBezTo>
                    <a:pt x="357" y="1217"/>
                    <a:pt x="1558" y="3986"/>
                    <a:pt x="6028" y="7655"/>
                  </a:cubicBezTo>
                  <a:cubicBezTo>
                    <a:pt x="6028" y="7655"/>
                    <a:pt x="4894" y="1550"/>
                    <a:pt x="324" y="16"/>
                  </a:cubicBezTo>
                  <a:cubicBezTo>
                    <a:pt x="298" y="6"/>
                    <a:pt x="272" y="1"/>
                    <a:pt x="247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7" name="Google Shape;2147;p64"/>
            <p:cNvSpPr/>
            <p:nvPr/>
          </p:nvSpPr>
          <p:spPr>
            <a:xfrm>
              <a:off x="996749" y="3295285"/>
              <a:ext cx="90283" cy="119709"/>
            </a:xfrm>
            <a:custGeom>
              <a:avLst/>
              <a:gdLst/>
              <a:ahLst/>
              <a:cxnLst/>
              <a:rect l="l" t="t" r="r" b="b"/>
              <a:pathLst>
                <a:path w="4504" h="5972" extrusionOk="0">
                  <a:moveTo>
                    <a:pt x="0" y="0"/>
                  </a:moveTo>
                  <a:lnTo>
                    <a:pt x="0" y="0"/>
                  </a:lnTo>
                  <a:cubicBezTo>
                    <a:pt x="200" y="300"/>
                    <a:pt x="401" y="601"/>
                    <a:pt x="634" y="901"/>
                  </a:cubicBezTo>
                  <a:lnTo>
                    <a:pt x="2235" y="3002"/>
                  </a:lnTo>
                  <a:lnTo>
                    <a:pt x="3836" y="5137"/>
                  </a:lnTo>
                  <a:cubicBezTo>
                    <a:pt x="4037" y="5437"/>
                    <a:pt x="4237" y="5704"/>
                    <a:pt x="4504" y="5971"/>
                  </a:cubicBezTo>
                  <a:cubicBezTo>
                    <a:pt x="4370" y="5638"/>
                    <a:pt x="4170" y="5337"/>
                    <a:pt x="3970" y="5037"/>
                  </a:cubicBezTo>
                  <a:cubicBezTo>
                    <a:pt x="3603" y="4470"/>
                    <a:pt x="3036" y="3669"/>
                    <a:pt x="2402" y="2869"/>
                  </a:cubicBezTo>
                  <a:cubicBezTo>
                    <a:pt x="1802" y="2035"/>
                    <a:pt x="1201" y="1301"/>
                    <a:pt x="734" y="767"/>
                  </a:cubicBezTo>
                  <a:cubicBezTo>
                    <a:pt x="534" y="501"/>
                    <a:pt x="267" y="234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8" name="Google Shape;2148;p64"/>
            <p:cNvSpPr/>
            <p:nvPr/>
          </p:nvSpPr>
          <p:spPr>
            <a:xfrm>
              <a:off x="1039545" y="3543222"/>
              <a:ext cx="85592" cy="180686"/>
            </a:xfrm>
            <a:custGeom>
              <a:avLst/>
              <a:gdLst/>
              <a:ahLst/>
              <a:cxnLst/>
              <a:rect l="l" t="t" r="r" b="b"/>
              <a:pathLst>
                <a:path w="4270" h="9014" extrusionOk="0">
                  <a:moveTo>
                    <a:pt x="214" y="0"/>
                  </a:moveTo>
                  <a:cubicBezTo>
                    <a:pt x="105" y="0"/>
                    <a:pt x="0" y="86"/>
                    <a:pt x="0" y="207"/>
                  </a:cubicBezTo>
                  <a:cubicBezTo>
                    <a:pt x="0" y="1208"/>
                    <a:pt x="367" y="4176"/>
                    <a:pt x="3569" y="9013"/>
                  </a:cubicBezTo>
                  <a:cubicBezTo>
                    <a:pt x="3569" y="9013"/>
                    <a:pt x="4270" y="2842"/>
                    <a:pt x="334" y="40"/>
                  </a:cubicBezTo>
                  <a:cubicBezTo>
                    <a:pt x="297" y="12"/>
                    <a:pt x="255" y="0"/>
                    <a:pt x="214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9" name="Google Shape;2149;p64"/>
            <p:cNvSpPr/>
            <p:nvPr/>
          </p:nvSpPr>
          <p:spPr>
            <a:xfrm>
              <a:off x="1060933" y="3582129"/>
              <a:ext cx="51516" cy="141778"/>
            </a:xfrm>
            <a:custGeom>
              <a:avLst/>
              <a:gdLst/>
              <a:ahLst/>
              <a:cxnLst/>
              <a:rect l="l" t="t" r="r" b="b"/>
              <a:pathLst>
                <a:path w="2570" h="7073" extrusionOk="0">
                  <a:moveTo>
                    <a:pt x="1" y="0"/>
                  </a:moveTo>
                  <a:lnTo>
                    <a:pt x="1" y="0"/>
                  </a:lnTo>
                  <a:cubicBezTo>
                    <a:pt x="67" y="334"/>
                    <a:pt x="201" y="701"/>
                    <a:pt x="334" y="1034"/>
                  </a:cubicBezTo>
                  <a:cubicBezTo>
                    <a:pt x="601" y="1768"/>
                    <a:pt x="901" y="2602"/>
                    <a:pt x="1268" y="3536"/>
                  </a:cubicBezTo>
                  <a:lnTo>
                    <a:pt x="2169" y="6038"/>
                  </a:lnTo>
                  <a:cubicBezTo>
                    <a:pt x="2269" y="6405"/>
                    <a:pt x="2402" y="6739"/>
                    <a:pt x="2569" y="7072"/>
                  </a:cubicBezTo>
                  <a:cubicBezTo>
                    <a:pt x="2536" y="6705"/>
                    <a:pt x="2469" y="6338"/>
                    <a:pt x="2336" y="5971"/>
                  </a:cubicBezTo>
                  <a:cubicBezTo>
                    <a:pt x="2135" y="5338"/>
                    <a:pt x="1835" y="4437"/>
                    <a:pt x="1502" y="3470"/>
                  </a:cubicBezTo>
                  <a:cubicBezTo>
                    <a:pt x="1168" y="2536"/>
                    <a:pt x="801" y="1635"/>
                    <a:pt x="534" y="1001"/>
                  </a:cubicBezTo>
                  <a:cubicBezTo>
                    <a:pt x="401" y="634"/>
                    <a:pt x="201" y="301"/>
                    <a:pt x="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0" name="Google Shape;2150;p64"/>
            <p:cNvSpPr/>
            <p:nvPr/>
          </p:nvSpPr>
          <p:spPr>
            <a:xfrm>
              <a:off x="963975" y="3855463"/>
              <a:ext cx="87617" cy="178020"/>
            </a:xfrm>
            <a:custGeom>
              <a:avLst/>
              <a:gdLst/>
              <a:ahLst/>
              <a:cxnLst/>
              <a:rect l="l" t="t" r="r" b="b"/>
              <a:pathLst>
                <a:path w="4371" h="8881" extrusionOk="0">
                  <a:moveTo>
                    <a:pt x="215" y="1"/>
                  </a:moveTo>
                  <a:cubicBezTo>
                    <a:pt x="106" y="1"/>
                    <a:pt x="1" y="87"/>
                    <a:pt x="1" y="208"/>
                  </a:cubicBezTo>
                  <a:cubicBezTo>
                    <a:pt x="68" y="1208"/>
                    <a:pt x="535" y="4177"/>
                    <a:pt x="3904" y="8881"/>
                  </a:cubicBezTo>
                  <a:cubicBezTo>
                    <a:pt x="3904" y="8881"/>
                    <a:pt x="4371" y="2676"/>
                    <a:pt x="334" y="41"/>
                  </a:cubicBezTo>
                  <a:cubicBezTo>
                    <a:pt x="298" y="13"/>
                    <a:pt x="256" y="1"/>
                    <a:pt x="215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1" name="Google Shape;2151;p64"/>
            <p:cNvSpPr/>
            <p:nvPr/>
          </p:nvSpPr>
          <p:spPr>
            <a:xfrm>
              <a:off x="986706" y="3893047"/>
              <a:ext cx="56186" cy="139774"/>
            </a:xfrm>
            <a:custGeom>
              <a:avLst/>
              <a:gdLst/>
              <a:ahLst/>
              <a:cxnLst/>
              <a:rect l="l" t="t" r="r" b="b"/>
              <a:pathLst>
                <a:path w="2803" h="6973" extrusionOk="0">
                  <a:moveTo>
                    <a:pt x="1" y="1"/>
                  </a:moveTo>
                  <a:lnTo>
                    <a:pt x="1" y="1"/>
                  </a:lnTo>
                  <a:cubicBezTo>
                    <a:pt x="101" y="367"/>
                    <a:pt x="201" y="701"/>
                    <a:pt x="368" y="1035"/>
                  </a:cubicBezTo>
                  <a:cubicBezTo>
                    <a:pt x="668" y="1735"/>
                    <a:pt x="1002" y="2569"/>
                    <a:pt x="1369" y="3503"/>
                  </a:cubicBezTo>
                  <a:lnTo>
                    <a:pt x="2369" y="5938"/>
                  </a:lnTo>
                  <a:cubicBezTo>
                    <a:pt x="2469" y="6305"/>
                    <a:pt x="2603" y="6639"/>
                    <a:pt x="2803" y="6972"/>
                  </a:cubicBezTo>
                  <a:cubicBezTo>
                    <a:pt x="2736" y="6605"/>
                    <a:pt x="2636" y="6238"/>
                    <a:pt x="2503" y="5905"/>
                  </a:cubicBezTo>
                  <a:cubicBezTo>
                    <a:pt x="2303" y="5238"/>
                    <a:pt x="1969" y="4370"/>
                    <a:pt x="1569" y="3403"/>
                  </a:cubicBezTo>
                  <a:cubicBezTo>
                    <a:pt x="1168" y="2436"/>
                    <a:pt x="802" y="1568"/>
                    <a:pt x="501" y="968"/>
                  </a:cubicBezTo>
                  <a:cubicBezTo>
                    <a:pt x="368" y="634"/>
                    <a:pt x="201" y="301"/>
                    <a:pt x="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2" name="Google Shape;2152;p64"/>
            <p:cNvSpPr/>
            <p:nvPr/>
          </p:nvSpPr>
          <p:spPr>
            <a:xfrm>
              <a:off x="1183288" y="2872556"/>
              <a:ext cx="113034" cy="158636"/>
            </a:xfrm>
            <a:custGeom>
              <a:avLst/>
              <a:gdLst/>
              <a:ahLst/>
              <a:cxnLst/>
              <a:rect l="l" t="t" r="r" b="b"/>
              <a:pathLst>
                <a:path w="5639" h="7914" extrusionOk="0">
                  <a:moveTo>
                    <a:pt x="5425" y="1"/>
                  </a:moveTo>
                  <a:cubicBezTo>
                    <a:pt x="5383" y="1"/>
                    <a:pt x="5341" y="13"/>
                    <a:pt x="5305" y="41"/>
                  </a:cubicBezTo>
                  <a:cubicBezTo>
                    <a:pt x="4504" y="608"/>
                    <a:pt x="2236" y="2543"/>
                    <a:pt x="1" y="7913"/>
                  </a:cubicBezTo>
                  <a:cubicBezTo>
                    <a:pt x="1" y="7913"/>
                    <a:pt x="5538" y="5044"/>
                    <a:pt x="5638" y="208"/>
                  </a:cubicBezTo>
                  <a:cubicBezTo>
                    <a:pt x="5638" y="87"/>
                    <a:pt x="5533" y="1"/>
                    <a:pt x="5425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3" name="Google Shape;2153;p64"/>
            <p:cNvSpPr/>
            <p:nvPr/>
          </p:nvSpPr>
          <p:spPr>
            <a:xfrm>
              <a:off x="1183969" y="2910141"/>
              <a:ext cx="89621" cy="121052"/>
            </a:xfrm>
            <a:custGeom>
              <a:avLst/>
              <a:gdLst/>
              <a:ahLst/>
              <a:cxnLst/>
              <a:rect l="l" t="t" r="r" b="b"/>
              <a:pathLst>
                <a:path w="4471" h="6039" extrusionOk="0">
                  <a:moveTo>
                    <a:pt x="4470" y="0"/>
                  </a:moveTo>
                  <a:lnTo>
                    <a:pt x="4470" y="0"/>
                  </a:lnTo>
                  <a:cubicBezTo>
                    <a:pt x="4203" y="267"/>
                    <a:pt x="3970" y="534"/>
                    <a:pt x="3770" y="868"/>
                  </a:cubicBezTo>
                  <a:lnTo>
                    <a:pt x="2202" y="3003"/>
                  </a:lnTo>
                  <a:lnTo>
                    <a:pt x="634" y="5137"/>
                  </a:lnTo>
                  <a:cubicBezTo>
                    <a:pt x="401" y="5438"/>
                    <a:pt x="200" y="5738"/>
                    <a:pt x="0" y="6038"/>
                  </a:cubicBezTo>
                  <a:cubicBezTo>
                    <a:pt x="301" y="5805"/>
                    <a:pt x="534" y="5538"/>
                    <a:pt x="768" y="5237"/>
                  </a:cubicBezTo>
                  <a:cubicBezTo>
                    <a:pt x="1201" y="4737"/>
                    <a:pt x="1768" y="4003"/>
                    <a:pt x="2402" y="3136"/>
                  </a:cubicBezTo>
                  <a:cubicBezTo>
                    <a:pt x="3002" y="2269"/>
                    <a:pt x="3536" y="1535"/>
                    <a:pt x="3903" y="934"/>
                  </a:cubicBezTo>
                  <a:cubicBezTo>
                    <a:pt x="4103" y="668"/>
                    <a:pt x="4303" y="334"/>
                    <a:pt x="447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4" name="Google Shape;2154;p64"/>
            <p:cNvSpPr/>
            <p:nvPr/>
          </p:nvSpPr>
          <p:spPr>
            <a:xfrm>
              <a:off x="1064942" y="3135046"/>
              <a:ext cx="122234" cy="151560"/>
            </a:xfrm>
            <a:custGeom>
              <a:avLst/>
              <a:gdLst/>
              <a:ahLst/>
              <a:cxnLst/>
              <a:rect l="l" t="t" r="r" b="b"/>
              <a:pathLst>
                <a:path w="6098" h="7561" extrusionOk="0">
                  <a:moveTo>
                    <a:pt x="5863" y="1"/>
                  </a:moveTo>
                  <a:cubicBezTo>
                    <a:pt x="5832" y="1"/>
                    <a:pt x="5800" y="8"/>
                    <a:pt x="5772" y="22"/>
                  </a:cubicBezTo>
                  <a:cubicBezTo>
                    <a:pt x="4904" y="555"/>
                    <a:pt x="2536" y="2357"/>
                    <a:pt x="1" y="7561"/>
                  </a:cubicBezTo>
                  <a:cubicBezTo>
                    <a:pt x="1" y="7561"/>
                    <a:pt x="5671" y="5025"/>
                    <a:pt x="6072" y="222"/>
                  </a:cubicBezTo>
                  <a:cubicBezTo>
                    <a:pt x="6098" y="91"/>
                    <a:pt x="5980" y="1"/>
                    <a:pt x="5863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5" name="Google Shape;2155;p64"/>
            <p:cNvSpPr/>
            <p:nvPr/>
          </p:nvSpPr>
          <p:spPr>
            <a:xfrm>
              <a:off x="1066285" y="3170906"/>
              <a:ext cx="95635" cy="116361"/>
            </a:xfrm>
            <a:custGeom>
              <a:avLst/>
              <a:gdLst/>
              <a:ahLst/>
              <a:cxnLst/>
              <a:rect l="l" t="t" r="r" b="b"/>
              <a:pathLst>
                <a:path w="4771" h="5805" extrusionOk="0">
                  <a:moveTo>
                    <a:pt x="4771" y="1"/>
                  </a:moveTo>
                  <a:lnTo>
                    <a:pt x="4771" y="1"/>
                  </a:lnTo>
                  <a:cubicBezTo>
                    <a:pt x="4504" y="268"/>
                    <a:pt x="4237" y="534"/>
                    <a:pt x="4037" y="835"/>
                  </a:cubicBezTo>
                  <a:lnTo>
                    <a:pt x="2369" y="2903"/>
                  </a:lnTo>
                  <a:lnTo>
                    <a:pt x="668" y="4938"/>
                  </a:lnTo>
                  <a:cubicBezTo>
                    <a:pt x="401" y="5204"/>
                    <a:pt x="201" y="5505"/>
                    <a:pt x="0" y="5805"/>
                  </a:cubicBezTo>
                  <a:cubicBezTo>
                    <a:pt x="267" y="5571"/>
                    <a:pt x="568" y="5338"/>
                    <a:pt x="801" y="5038"/>
                  </a:cubicBezTo>
                  <a:cubicBezTo>
                    <a:pt x="1268" y="4537"/>
                    <a:pt x="1868" y="3837"/>
                    <a:pt x="2536" y="3036"/>
                  </a:cubicBezTo>
                  <a:cubicBezTo>
                    <a:pt x="3203" y="2236"/>
                    <a:pt x="3803" y="1502"/>
                    <a:pt x="4170" y="935"/>
                  </a:cubicBezTo>
                  <a:cubicBezTo>
                    <a:pt x="4404" y="668"/>
                    <a:pt x="4604" y="334"/>
                    <a:pt x="477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6" name="Google Shape;2156;p64"/>
            <p:cNvSpPr/>
            <p:nvPr/>
          </p:nvSpPr>
          <p:spPr>
            <a:xfrm>
              <a:off x="1127803" y="3383183"/>
              <a:ext cx="80922" cy="188944"/>
            </a:xfrm>
            <a:custGeom>
              <a:avLst/>
              <a:gdLst/>
              <a:ahLst/>
              <a:cxnLst/>
              <a:rect l="l" t="t" r="r" b="b"/>
              <a:pathLst>
                <a:path w="4037" h="9426" extrusionOk="0">
                  <a:moveTo>
                    <a:pt x="2005" y="0"/>
                  </a:moveTo>
                  <a:cubicBezTo>
                    <a:pt x="1942" y="0"/>
                    <a:pt x="1879" y="27"/>
                    <a:pt x="1835" y="85"/>
                  </a:cubicBezTo>
                  <a:cubicBezTo>
                    <a:pt x="1301" y="919"/>
                    <a:pt x="0" y="3621"/>
                    <a:pt x="134" y="9425"/>
                  </a:cubicBezTo>
                  <a:cubicBezTo>
                    <a:pt x="134" y="9425"/>
                    <a:pt x="4037" y="4588"/>
                    <a:pt x="2202" y="118"/>
                  </a:cubicBezTo>
                  <a:cubicBezTo>
                    <a:pt x="2164" y="43"/>
                    <a:pt x="2085" y="0"/>
                    <a:pt x="2005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" name="Google Shape;2157;p64"/>
            <p:cNvSpPr/>
            <p:nvPr/>
          </p:nvSpPr>
          <p:spPr>
            <a:xfrm>
              <a:off x="1131151" y="3424997"/>
              <a:ext cx="32774" cy="146449"/>
            </a:xfrm>
            <a:custGeom>
              <a:avLst/>
              <a:gdLst/>
              <a:ahLst/>
              <a:cxnLst/>
              <a:rect l="l" t="t" r="r" b="b"/>
              <a:pathLst>
                <a:path w="1635" h="7306" extrusionOk="0">
                  <a:moveTo>
                    <a:pt x="1635" y="0"/>
                  </a:moveTo>
                  <a:lnTo>
                    <a:pt x="1635" y="0"/>
                  </a:lnTo>
                  <a:cubicBezTo>
                    <a:pt x="1501" y="334"/>
                    <a:pt x="1401" y="701"/>
                    <a:pt x="1368" y="1068"/>
                  </a:cubicBezTo>
                  <a:cubicBezTo>
                    <a:pt x="1201" y="1802"/>
                    <a:pt x="1001" y="2669"/>
                    <a:pt x="801" y="3636"/>
                  </a:cubicBezTo>
                  <a:lnTo>
                    <a:pt x="234" y="6238"/>
                  </a:lnTo>
                  <a:cubicBezTo>
                    <a:pt x="134" y="6605"/>
                    <a:pt x="67" y="6939"/>
                    <a:pt x="0" y="7306"/>
                  </a:cubicBezTo>
                  <a:cubicBezTo>
                    <a:pt x="167" y="7005"/>
                    <a:pt x="300" y="6639"/>
                    <a:pt x="400" y="6272"/>
                  </a:cubicBezTo>
                  <a:cubicBezTo>
                    <a:pt x="567" y="5638"/>
                    <a:pt x="801" y="4704"/>
                    <a:pt x="1034" y="3703"/>
                  </a:cubicBezTo>
                  <a:cubicBezTo>
                    <a:pt x="1234" y="2702"/>
                    <a:pt x="1401" y="1768"/>
                    <a:pt x="1535" y="1101"/>
                  </a:cubicBezTo>
                  <a:cubicBezTo>
                    <a:pt x="1601" y="734"/>
                    <a:pt x="1635" y="367"/>
                    <a:pt x="163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" name="Google Shape;2158;p64"/>
            <p:cNvSpPr/>
            <p:nvPr/>
          </p:nvSpPr>
          <p:spPr>
            <a:xfrm>
              <a:off x="1052915" y="3753554"/>
              <a:ext cx="119027" cy="153545"/>
            </a:xfrm>
            <a:custGeom>
              <a:avLst/>
              <a:gdLst/>
              <a:ahLst/>
              <a:cxnLst/>
              <a:rect l="l" t="t" r="r" b="b"/>
              <a:pathLst>
                <a:path w="5938" h="7660" extrusionOk="0">
                  <a:moveTo>
                    <a:pt x="5726" y="0"/>
                  </a:moveTo>
                  <a:cubicBezTo>
                    <a:pt x="5696" y="0"/>
                    <a:pt x="5666" y="7"/>
                    <a:pt x="5638" y="21"/>
                  </a:cubicBezTo>
                  <a:cubicBezTo>
                    <a:pt x="4804" y="555"/>
                    <a:pt x="2435" y="2423"/>
                    <a:pt x="0" y="7660"/>
                  </a:cubicBezTo>
                  <a:cubicBezTo>
                    <a:pt x="0" y="7660"/>
                    <a:pt x="5604" y="5025"/>
                    <a:pt x="5938" y="221"/>
                  </a:cubicBezTo>
                  <a:cubicBezTo>
                    <a:pt x="5938" y="90"/>
                    <a:pt x="5835" y="0"/>
                    <a:pt x="5726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9" name="Google Shape;2159;p64"/>
            <p:cNvSpPr/>
            <p:nvPr/>
          </p:nvSpPr>
          <p:spPr>
            <a:xfrm>
              <a:off x="1052915" y="3790076"/>
              <a:ext cx="94973" cy="118366"/>
            </a:xfrm>
            <a:custGeom>
              <a:avLst/>
              <a:gdLst/>
              <a:ahLst/>
              <a:cxnLst/>
              <a:rect l="l" t="t" r="r" b="b"/>
              <a:pathLst>
                <a:path w="4738" h="5905" extrusionOk="0">
                  <a:moveTo>
                    <a:pt x="4737" y="0"/>
                  </a:moveTo>
                  <a:lnTo>
                    <a:pt x="4737" y="0"/>
                  </a:lnTo>
                  <a:cubicBezTo>
                    <a:pt x="4470" y="267"/>
                    <a:pt x="4237" y="534"/>
                    <a:pt x="4003" y="834"/>
                  </a:cubicBezTo>
                  <a:lnTo>
                    <a:pt x="2335" y="2936"/>
                  </a:lnTo>
                  <a:lnTo>
                    <a:pt x="667" y="5004"/>
                  </a:lnTo>
                  <a:cubicBezTo>
                    <a:pt x="434" y="5271"/>
                    <a:pt x="200" y="5571"/>
                    <a:pt x="0" y="5905"/>
                  </a:cubicBezTo>
                  <a:cubicBezTo>
                    <a:pt x="301" y="5671"/>
                    <a:pt x="567" y="5404"/>
                    <a:pt x="801" y="5104"/>
                  </a:cubicBezTo>
                  <a:cubicBezTo>
                    <a:pt x="1268" y="4604"/>
                    <a:pt x="1868" y="3903"/>
                    <a:pt x="2502" y="3069"/>
                  </a:cubicBezTo>
                  <a:cubicBezTo>
                    <a:pt x="3169" y="2269"/>
                    <a:pt x="3703" y="1502"/>
                    <a:pt x="4103" y="968"/>
                  </a:cubicBezTo>
                  <a:cubicBezTo>
                    <a:pt x="4337" y="668"/>
                    <a:pt x="4570" y="334"/>
                    <a:pt x="473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0" name="Google Shape;2160;p64"/>
            <p:cNvSpPr/>
            <p:nvPr/>
          </p:nvSpPr>
          <p:spPr>
            <a:xfrm>
              <a:off x="828251" y="3419645"/>
              <a:ext cx="215323" cy="555667"/>
            </a:xfrm>
            <a:custGeom>
              <a:avLst/>
              <a:gdLst/>
              <a:ahLst/>
              <a:cxnLst/>
              <a:rect l="l" t="t" r="r" b="b"/>
              <a:pathLst>
                <a:path w="10742" h="27721" extrusionOk="0">
                  <a:moveTo>
                    <a:pt x="0" y="1"/>
                  </a:moveTo>
                  <a:lnTo>
                    <a:pt x="0" y="434"/>
                  </a:lnTo>
                  <a:cubicBezTo>
                    <a:pt x="0" y="801"/>
                    <a:pt x="34" y="1302"/>
                    <a:pt x="67" y="1935"/>
                  </a:cubicBezTo>
                  <a:cubicBezTo>
                    <a:pt x="134" y="3236"/>
                    <a:pt x="234" y="5104"/>
                    <a:pt x="334" y="7306"/>
                  </a:cubicBezTo>
                  <a:cubicBezTo>
                    <a:pt x="768" y="9574"/>
                    <a:pt x="1902" y="12076"/>
                    <a:pt x="3436" y="14478"/>
                  </a:cubicBezTo>
                  <a:cubicBezTo>
                    <a:pt x="4570" y="16279"/>
                    <a:pt x="5738" y="17880"/>
                    <a:pt x="6772" y="19381"/>
                  </a:cubicBezTo>
                  <a:cubicBezTo>
                    <a:pt x="7706" y="20715"/>
                    <a:pt x="8540" y="22083"/>
                    <a:pt x="9274" y="23517"/>
                  </a:cubicBezTo>
                  <a:cubicBezTo>
                    <a:pt x="9741" y="24485"/>
                    <a:pt x="10141" y="25519"/>
                    <a:pt x="10441" y="26553"/>
                  </a:cubicBezTo>
                  <a:cubicBezTo>
                    <a:pt x="10541" y="26920"/>
                    <a:pt x="10608" y="27220"/>
                    <a:pt x="10641" y="27420"/>
                  </a:cubicBezTo>
                  <a:cubicBezTo>
                    <a:pt x="10675" y="27520"/>
                    <a:pt x="10708" y="27620"/>
                    <a:pt x="10741" y="27720"/>
                  </a:cubicBezTo>
                  <a:cubicBezTo>
                    <a:pt x="10741" y="27620"/>
                    <a:pt x="10708" y="27520"/>
                    <a:pt x="10708" y="27420"/>
                  </a:cubicBezTo>
                  <a:cubicBezTo>
                    <a:pt x="10675" y="27220"/>
                    <a:pt x="10608" y="26920"/>
                    <a:pt x="10541" y="26553"/>
                  </a:cubicBezTo>
                  <a:cubicBezTo>
                    <a:pt x="10274" y="25486"/>
                    <a:pt x="9907" y="24451"/>
                    <a:pt x="9407" y="23451"/>
                  </a:cubicBezTo>
                  <a:cubicBezTo>
                    <a:pt x="8707" y="22016"/>
                    <a:pt x="7873" y="20615"/>
                    <a:pt x="6939" y="19281"/>
                  </a:cubicBezTo>
                  <a:cubicBezTo>
                    <a:pt x="5938" y="17747"/>
                    <a:pt x="4770" y="16145"/>
                    <a:pt x="3603" y="14378"/>
                  </a:cubicBezTo>
                  <a:cubicBezTo>
                    <a:pt x="2068" y="11942"/>
                    <a:pt x="934" y="9507"/>
                    <a:pt x="534" y="7272"/>
                  </a:cubicBezTo>
                  <a:cubicBezTo>
                    <a:pt x="367" y="5071"/>
                    <a:pt x="234" y="3203"/>
                    <a:pt x="134" y="1902"/>
                  </a:cubicBezTo>
                  <a:cubicBezTo>
                    <a:pt x="100" y="1268"/>
                    <a:pt x="67" y="768"/>
                    <a:pt x="34" y="401"/>
                  </a:cubicBezTo>
                  <a:cubicBezTo>
                    <a:pt x="34" y="234"/>
                    <a:pt x="0" y="101"/>
                    <a:pt x="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1" name="Google Shape;2161;p64"/>
            <p:cNvSpPr/>
            <p:nvPr/>
          </p:nvSpPr>
          <p:spPr>
            <a:xfrm>
              <a:off x="847634" y="3508264"/>
              <a:ext cx="82265" cy="192232"/>
            </a:xfrm>
            <a:custGeom>
              <a:avLst/>
              <a:gdLst/>
              <a:ahLst/>
              <a:cxnLst/>
              <a:rect l="l" t="t" r="r" b="b"/>
              <a:pathLst>
                <a:path w="4104" h="9590" extrusionOk="0">
                  <a:moveTo>
                    <a:pt x="3161" y="0"/>
                  </a:moveTo>
                  <a:cubicBezTo>
                    <a:pt x="3104" y="0"/>
                    <a:pt x="3045" y="27"/>
                    <a:pt x="3003" y="83"/>
                  </a:cubicBezTo>
                  <a:cubicBezTo>
                    <a:pt x="1" y="3852"/>
                    <a:pt x="2369" y="9590"/>
                    <a:pt x="2369" y="9590"/>
                  </a:cubicBezTo>
                  <a:cubicBezTo>
                    <a:pt x="4104" y="4086"/>
                    <a:pt x="3603" y="1117"/>
                    <a:pt x="3336" y="150"/>
                  </a:cubicBezTo>
                  <a:cubicBezTo>
                    <a:pt x="3317" y="52"/>
                    <a:pt x="3241" y="0"/>
                    <a:pt x="3161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" name="Google Shape;2162;p64"/>
            <p:cNvSpPr/>
            <p:nvPr/>
          </p:nvSpPr>
          <p:spPr>
            <a:xfrm>
              <a:off x="892435" y="3550037"/>
              <a:ext cx="12067" cy="150458"/>
            </a:xfrm>
            <a:custGeom>
              <a:avLst/>
              <a:gdLst/>
              <a:ahLst/>
              <a:cxnLst/>
              <a:rect l="l" t="t" r="r" b="b"/>
              <a:pathLst>
                <a:path w="602" h="7506" extrusionOk="0">
                  <a:moveTo>
                    <a:pt x="568" y="0"/>
                  </a:moveTo>
                  <a:lnTo>
                    <a:pt x="568" y="0"/>
                  </a:lnTo>
                  <a:cubicBezTo>
                    <a:pt x="468" y="367"/>
                    <a:pt x="401" y="734"/>
                    <a:pt x="368" y="1101"/>
                  </a:cubicBezTo>
                  <a:cubicBezTo>
                    <a:pt x="301" y="1768"/>
                    <a:pt x="201" y="2702"/>
                    <a:pt x="134" y="3736"/>
                  </a:cubicBezTo>
                  <a:cubicBezTo>
                    <a:pt x="67" y="4770"/>
                    <a:pt x="34" y="5704"/>
                    <a:pt x="34" y="6405"/>
                  </a:cubicBezTo>
                  <a:cubicBezTo>
                    <a:pt x="1" y="6772"/>
                    <a:pt x="34" y="7139"/>
                    <a:pt x="101" y="7506"/>
                  </a:cubicBezTo>
                  <a:cubicBezTo>
                    <a:pt x="167" y="7139"/>
                    <a:pt x="201" y="6772"/>
                    <a:pt x="201" y="6405"/>
                  </a:cubicBezTo>
                  <a:cubicBezTo>
                    <a:pt x="234" y="5638"/>
                    <a:pt x="301" y="4737"/>
                    <a:pt x="368" y="3736"/>
                  </a:cubicBezTo>
                  <a:cubicBezTo>
                    <a:pt x="434" y="2769"/>
                    <a:pt x="501" y="1868"/>
                    <a:pt x="534" y="1101"/>
                  </a:cubicBezTo>
                  <a:cubicBezTo>
                    <a:pt x="601" y="734"/>
                    <a:pt x="601" y="367"/>
                    <a:pt x="56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" name="Google Shape;2163;p64"/>
            <p:cNvSpPr/>
            <p:nvPr/>
          </p:nvSpPr>
          <p:spPr>
            <a:xfrm>
              <a:off x="847634" y="3508264"/>
              <a:ext cx="82265" cy="192232"/>
            </a:xfrm>
            <a:custGeom>
              <a:avLst/>
              <a:gdLst/>
              <a:ahLst/>
              <a:cxnLst/>
              <a:rect l="l" t="t" r="r" b="b"/>
              <a:pathLst>
                <a:path w="4104" h="9590" extrusionOk="0">
                  <a:moveTo>
                    <a:pt x="3161" y="0"/>
                  </a:moveTo>
                  <a:cubicBezTo>
                    <a:pt x="3104" y="0"/>
                    <a:pt x="3045" y="27"/>
                    <a:pt x="3003" y="83"/>
                  </a:cubicBezTo>
                  <a:cubicBezTo>
                    <a:pt x="1" y="3852"/>
                    <a:pt x="2369" y="9590"/>
                    <a:pt x="2369" y="9590"/>
                  </a:cubicBezTo>
                  <a:cubicBezTo>
                    <a:pt x="4104" y="4086"/>
                    <a:pt x="3603" y="1117"/>
                    <a:pt x="3336" y="150"/>
                  </a:cubicBezTo>
                  <a:cubicBezTo>
                    <a:pt x="3317" y="52"/>
                    <a:pt x="3241" y="0"/>
                    <a:pt x="316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" name="Google Shape;2164;p64"/>
            <p:cNvSpPr/>
            <p:nvPr/>
          </p:nvSpPr>
          <p:spPr>
            <a:xfrm>
              <a:off x="1004767" y="3787751"/>
              <a:ext cx="82265" cy="190227"/>
            </a:xfrm>
            <a:custGeom>
              <a:avLst/>
              <a:gdLst/>
              <a:ahLst/>
              <a:cxnLst/>
              <a:rect l="l" t="t" r="r" b="b"/>
              <a:pathLst>
                <a:path w="4104" h="9490" extrusionOk="0">
                  <a:moveTo>
                    <a:pt x="3474" y="1"/>
                  </a:moveTo>
                  <a:cubicBezTo>
                    <a:pt x="3410" y="1"/>
                    <a:pt x="3345" y="27"/>
                    <a:pt x="3303" y="83"/>
                  </a:cubicBezTo>
                  <a:cubicBezTo>
                    <a:pt x="1" y="3586"/>
                    <a:pt x="1935" y="9490"/>
                    <a:pt x="1935" y="9490"/>
                  </a:cubicBezTo>
                  <a:cubicBezTo>
                    <a:pt x="4104" y="4119"/>
                    <a:pt x="3837" y="1151"/>
                    <a:pt x="3670" y="150"/>
                  </a:cubicBezTo>
                  <a:cubicBezTo>
                    <a:pt x="3650" y="53"/>
                    <a:pt x="3563" y="1"/>
                    <a:pt x="3474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5" name="Google Shape;2165;p64"/>
            <p:cNvSpPr/>
            <p:nvPr/>
          </p:nvSpPr>
          <p:spPr>
            <a:xfrm>
              <a:off x="1041550" y="3828863"/>
              <a:ext cx="22751" cy="148453"/>
            </a:xfrm>
            <a:custGeom>
              <a:avLst/>
              <a:gdLst/>
              <a:ahLst/>
              <a:cxnLst/>
              <a:rect l="l" t="t" r="r" b="b"/>
              <a:pathLst>
                <a:path w="1135" h="7406" extrusionOk="0">
                  <a:moveTo>
                    <a:pt x="1134" y="0"/>
                  </a:moveTo>
                  <a:lnTo>
                    <a:pt x="1134" y="0"/>
                  </a:lnTo>
                  <a:cubicBezTo>
                    <a:pt x="1001" y="334"/>
                    <a:pt x="901" y="701"/>
                    <a:pt x="868" y="1068"/>
                  </a:cubicBezTo>
                  <a:cubicBezTo>
                    <a:pt x="701" y="1735"/>
                    <a:pt x="534" y="2669"/>
                    <a:pt x="401" y="3670"/>
                  </a:cubicBezTo>
                  <a:cubicBezTo>
                    <a:pt x="234" y="4704"/>
                    <a:pt x="134" y="5638"/>
                    <a:pt x="67" y="6305"/>
                  </a:cubicBezTo>
                  <a:cubicBezTo>
                    <a:pt x="0" y="6672"/>
                    <a:pt x="0" y="7072"/>
                    <a:pt x="67" y="7406"/>
                  </a:cubicBezTo>
                  <a:cubicBezTo>
                    <a:pt x="167" y="7072"/>
                    <a:pt x="234" y="6705"/>
                    <a:pt x="234" y="6338"/>
                  </a:cubicBezTo>
                  <a:lnTo>
                    <a:pt x="634" y="3703"/>
                  </a:lnTo>
                  <a:cubicBezTo>
                    <a:pt x="801" y="2735"/>
                    <a:pt x="934" y="1835"/>
                    <a:pt x="1068" y="1101"/>
                  </a:cubicBezTo>
                  <a:cubicBezTo>
                    <a:pt x="1134" y="734"/>
                    <a:pt x="1134" y="367"/>
                    <a:pt x="113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6" name="Google Shape;2166;p64"/>
            <p:cNvSpPr/>
            <p:nvPr/>
          </p:nvSpPr>
          <p:spPr>
            <a:xfrm>
              <a:off x="1004767" y="3787751"/>
              <a:ext cx="82265" cy="190227"/>
            </a:xfrm>
            <a:custGeom>
              <a:avLst/>
              <a:gdLst/>
              <a:ahLst/>
              <a:cxnLst/>
              <a:rect l="l" t="t" r="r" b="b"/>
              <a:pathLst>
                <a:path w="4104" h="9490" extrusionOk="0">
                  <a:moveTo>
                    <a:pt x="3474" y="1"/>
                  </a:moveTo>
                  <a:cubicBezTo>
                    <a:pt x="3410" y="1"/>
                    <a:pt x="3345" y="27"/>
                    <a:pt x="3303" y="83"/>
                  </a:cubicBezTo>
                  <a:cubicBezTo>
                    <a:pt x="1" y="3586"/>
                    <a:pt x="1935" y="9490"/>
                    <a:pt x="1935" y="9490"/>
                  </a:cubicBezTo>
                  <a:cubicBezTo>
                    <a:pt x="4104" y="4119"/>
                    <a:pt x="3837" y="1151"/>
                    <a:pt x="3670" y="150"/>
                  </a:cubicBezTo>
                  <a:cubicBezTo>
                    <a:pt x="3650" y="53"/>
                    <a:pt x="3563" y="1"/>
                    <a:pt x="347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7" name="Google Shape;2167;p64"/>
            <p:cNvSpPr/>
            <p:nvPr/>
          </p:nvSpPr>
          <p:spPr>
            <a:xfrm>
              <a:off x="731955" y="3388996"/>
              <a:ext cx="102330" cy="171084"/>
            </a:xfrm>
            <a:custGeom>
              <a:avLst/>
              <a:gdLst/>
              <a:ahLst/>
              <a:cxnLst/>
              <a:rect l="l" t="t" r="r" b="b"/>
              <a:pathLst>
                <a:path w="5105" h="8535" extrusionOk="0">
                  <a:moveTo>
                    <a:pt x="727" y="0"/>
                  </a:moveTo>
                  <a:cubicBezTo>
                    <a:pt x="626" y="0"/>
                    <a:pt x="535" y="82"/>
                    <a:pt x="535" y="195"/>
                  </a:cubicBezTo>
                  <a:cubicBezTo>
                    <a:pt x="1" y="4965"/>
                    <a:pt x="5105" y="8535"/>
                    <a:pt x="5105" y="8535"/>
                  </a:cubicBezTo>
                  <a:cubicBezTo>
                    <a:pt x="3603" y="2931"/>
                    <a:pt x="1602" y="696"/>
                    <a:pt x="868" y="62"/>
                  </a:cubicBezTo>
                  <a:cubicBezTo>
                    <a:pt x="825" y="19"/>
                    <a:pt x="775" y="0"/>
                    <a:pt x="727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8" name="Google Shape;2168;p64"/>
            <p:cNvSpPr/>
            <p:nvPr/>
          </p:nvSpPr>
          <p:spPr>
            <a:xfrm>
              <a:off x="731955" y="3388996"/>
              <a:ext cx="102330" cy="171084"/>
            </a:xfrm>
            <a:custGeom>
              <a:avLst/>
              <a:gdLst/>
              <a:ahLst/>
              <a:cxnLst/>
              <a:rect l="l" t="t" r="r" b="b"/>
              <a:pathLst>
                <a:path w="5105" h="8535" extrusionOk="0">
                  <a:moveTo>
                    <a:pt x="727" y="0"/>
                  </a:moveTo>
                  <a:cubicBezTo>
                    <a:pt x="626" y="0"/>
                    <a:pt x="535" y="82"/>
                    <a:pt x="535" y="195"/>
                  </a:cubicBezTo>
                  <a:cubicBezTo>
                    <a:pt x="1" y="4965"/>
                    <a:pt x="5105" y="8535"/>
                    <a:pt x="5105" y="8535"/>
                  </a:cubicBezTo>
                  <a:cubicBezTo>
                    <a:pt x="3603" y="2931"/>
                    <a:pt x="1602" y="696"/>
                    <a:pt x="868" y="62"/>
                  </a:cubicBezTo>
                  <a:cubicBezTo>
                    <a:pt x="825" y="19"/>
                    <a:pt x="775" y="0"/>
                    <a:pt x="72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9" name="Google Shape;2169;p64"/>
            <p:cNvSpPr/>
            <p:nvPr/>
          </p:nvSpPr>
          <p:spPr>
            <a:xfrm>
              <a:off x="760719" y="3428344"/>
              <a:ext cx="72222" cy="131736"/>
            </a:xfrm>
            <a:custGeom>
              <a:avLst/>
              <a:gdLst/>
              <a:ahLst/>
              <a:cxnLst/>
              <a:rect l="l" t="t" r="r" b="b"/>
              <a:pathLst>
                <a:path w="3603" h="6572" extrusionOk="0">
                  <a:moveTo>
                    <a:pt x="0" y="0"/>
                  </a:moveTo>
                  <a:lnTo>
                    <a:pt x="0" y="0"/>
                  </a:lnTo>
                  <a:cubicBezTo>
                    <a:pt x="100" y="334"/>
                    <a:pt x="234" y="701"/>
                    <a:pt x="434" y="1001"/>
                  </a:cubicBezTo>
                  <a:cubicBezTo>
                    <a:pt x="734" y="1635"/>
                    <a:pt x="1134" y="2469"/>
                    <a:pt x="1635" y="3369"/>
                  </a:cubicBezTo>
                  <a:cubicBezTo>
                    <a:pt x="2135" y="4303"/>
                    <a:pt x="2602" y="5104"/>
                    <a:pt x="2969" y="5671"/>
                  </a:cubicBezTo>
                  <a:cubicBezTo>
                    <a:pt x="3136" y="6005"/>
                    <a:pt x="3369" y="6305"/>
                    <a:pt x="3603" y="6572"/>
                  </a:cubicBezTo>
                  <a:cubicBezTo>
                    <a:pt x="3469" y="6238"/>
                    <a:pt x="3303" y="5904"/>
                    <a:pt x="3102" y="5604"/>
                  </a:cubicBezTo>
                  <a:cubicBezTo>
                    <a:pt x="2736" y="4937"/>
                    <a:pt x="2302" y="4137"/>
                    <a:pt x="1868" y="3269"/>
                  </a:cubicBezTo>
                  <a:lnTo>
                    <a:pt x="601" y="934"/>
                  </a:lnTo>
                  <a:cubicBezTo>
                    <a:pt x="434" y="601"/>
                    <a:pt x="234" y="267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0" name="Google Shape;2170;p64"/>
            <p:cNvSpPr/>
            <p:nvPr/>
          </p:nvSpPr>
          <p:spPr>
            <a:xfrm>
              <a:off x="845169" y="3744975"/>
              <a:ext cx="157614" cy="115319"/>
            </a:xfrm>
            <a:custGeom>
              <a:avLst/>
              <a:gdLst/>
              <a:ahLst/>
              <a:cxnLst/>
              <a:rect l="l" t="t" r="r" b="b"/>
              <a:pathLst>
                <a:path w="7863" h="5753" extrusionOk="0">
                  <a:moveTo>
                    <a:pt x="227" y="0"/>
                  </a:moveTo>
                  <a:cubicBezTo>
                    <a:pt x="111" y="0"/>
                    <a:pt x="1" y="141"/>
                    <a:pt x="57" y="282"/>
                  </a:cubicBezTo>
                  <a:cubicBezTo>
                    <a:pt x="1691" y="4786"/>
                    <a:pt x="7863" y="5753"/>
                    <a:pt x="7863" y="5753"/>
                  </a:cubicBezTo>
                  <a:cubicBezTo>
                    <a:pt x="4026" y="1383"/>
                    <a:pt x="1258" y="282"/>
                    <a:pt x="290" y="16"/>
                  </a:cubicBezTo>
                  <a:cubicBezTo>
                    <a:pt x="270" y="5"/>
                    <a:pt x="248" y="0"/>
                    <a:pt x="227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1" name="Google Shape;2171;p64"/>
            <p:cNvSpPr/>
            <p:nvPr/>
          </p:nvSpPr>
          <p:spPr>
            <a:xfrm>
              <a:off x="845169" y="3744975"/>
              <a:ext cx="157614" cy="115319"/>
            </a:xfrm>
            <a:custGeom>
              <a:avLst/>
              <a:gdLst/>
              <a:ahLst/>
              <a:cxnLst/>
              <a:rect l="l" t="t" r="r" b="b"/>
              <a:pathLst>
                <a:path w="7863" h="5753" extrusionOk="0">
                  <a:moveTo>
                    <a:pt x="227" y="0"/>
                  </a:moveTo>
                  <a:cubicBezTo>
                    <a:pt x="111" y="0"/>
                    <a:pt x="1" y="141"/>
                    <a:pt x="57" y="282"/>
                  </a:cubicBezTo>
                  <a:cubicBezTo>
                    <a:pt x="1691" y="4786"/>
                    <a:pt x="7863" y="5753"/>
                    <a:pt x="7863" y="5753"/>
                  </a:cubicBezTo>
                  <a:cubicBezTo>
                    <a:pt x="4026" y="1383"/>
                    <a:pt x="1258" y="282"/>
                    <a:pt x="290" y="16"/>
                  </a:cubicBezTo>
                  <a:cubicBezTo>
                    <a:pt x="270" y="5"/>
                    <a:pt x="248" y="0"/>
                    <a:pt x="22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2" name="Google Shape;2172;p64"/>
            <p:cNvSpPr/>
            <p:nvPr/>
          </p:nvSpPr>
          <p:spPr>
            <a:xfrm>
              <a:off x="878403" y="3774702"/>
              <a:ext cx="123036" cy="86274"/>
            </a:xfrm>
            <a:custGeom>
              <a:avLst/>
              <a:gdLst/>
              <a:ahLst/>
              <a:cxnLst/>
              <a:rect l="l" t="t" r="r" b="b"/>
              <a:pathLst>
                <a:path w="6138" h="4304" extrusionOk="0">
                  <a:moveTo>
                    <a:pt x="0" y="0"/>
                  </a:moveTo>
                  <a:lnTo>
                    <a:pt x="0" y="0"/>
                  </a:lnTo>
                  <a:cubicBezTo>
                    <a:pt x="234" y="267"/>
                    <a:pt x="534" y="501"/>
                    <a:pt x="834" y="734"/>
                  </a:cubicBezTo>
                  <a:cubicBezTo>
                    <a:pt x="1368" y="1134"/>
                    <a:pt x="2102" y="1701"/>
                    <a:pt x="2969" y="2302"/>
                  </a:cubicBezTo>
                  <a:cubicBezTo>
                    <a:pt x="3803" y="2936"/>
                    <a:pt x="4570" y="3436"/>
                    <a:pt x="5170" y="3803"/>
                  </a:cubicBezTo>
                  <a:cubicBezTo>
                    <a:pt x="5471" y="4003"/>
                    <a:pt x="5804" y="4170"/>
                    <a:pt x="6138" y="4303"/>
                  </a:cubicBezTo>
                  <a:cubicBezTo>
                    <a:pt x="5871" y="4070"/>
                    <a:pt x="5571" y="3836"/>
                    <a:pt x="5237" y="3670"/>
                  </a:cubicBezTo>
                  <a:cubicBezTo>
                    <a:pt x="4637" y="3203"/>
                    <a:pt x="3903" y="2702"/>
                    <a:pt x="3102" y="2135"/>
                  </a:cubicBezTo>
                  <a:lnTo>
                    <a:pt x="934" y="601"/>
                  </a:lnTo>
                  <a:cubicBezTo>
                    <a:pt x="634" y="367"/>
                    <a:pt x="334" y="167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73" name="Google Shape;2173;p64"/>
          <p:cNvGrpSpPr/>
          <p:nvPr/>
        </p:nvGrpSpPr>
        <p:grpSpPr>
          <a:xfrm flipH="1">
            <a:off x="634230" y="4224885"/>
            <a:ext cx="551967" cy="915573"/>
            <a:chOff x="731955" y="3388996"/>
            <a:chExt cx="355077" cy="588982"/>
          </a:xfrm>
        </p:grpSpPr>
        <p:sp>
          <p:nvSpPr>
            <p:cNvPr id="2174" name="Google Shape;2174;p64"/>
            <p:cNvSpPr/>
            <p:nvPr/>
          </p:nvSpPr>
          <p:spPr>
            <a:xfrm>
              <a:off x="828251" y="3419645"/>
              <a:ext cx="215323" cy="555667"/>
            </a:xfrm>
            <a:custGeom>
              <a:avLst/>
              <a:gdLst/>
              <a:ahLst/>
              <a:cxnLst/>
              <a:rect l="l" t="t" r="r" b="b"/>
              <a:pathLst>
                <a:path w="10742" h="27721" extrusionOk="0">
                  <a:moveTo>
                    <a:pt x="0" y="1"/>
                  </a:moveTo>
                  <a:lnTo>
                    <a:pt x="0" y="434"/>
                  </a:lnTo>
                  <a:cubicBezTo>
                    <a:pt x="0" y="801"/>
                    <a:pt x="34" y="1302"/>
                    <a:pt x="67" y="1935"/>
                  </a:cubicBezTo>
                  <a:cubicBezTo>
                    <a:pt x="134" y="3236"/>
                    <a:pt x="234" y="5104"/>
                    <a:pt x="334" y="7306"/>
                  </a:cubicBezTo>
                  <a:cubicBezTo>
                    <a:pt x="768" y="9574"/>
                    <a:pt x="1902" y="12076"/>
                    <a:pt x="3436" y="14478"/>
                  </a:cubicBezTo>
                  <a:cubicBezTo>
                    <a:pt x="4570" y="16279"/>
                    <a:pt x="5738" y="17880"/>
                    <a:pt x="6772" y="19381"/>
                  </a:cubicBezTo>
                  <a:cubicBezTo>
                    <a:pt x="7706" y="20715"/>
                    <a:pt x="8540" y="22083"/>
                    <a:pt x="9274" y="23517"/>
                  </a:cubicBezTo>
                  <a:cubicBezTo>
                    <a:pt x="9741" y="24485"/>
                    <a:pt x="10141" y="25519"/>
                    <a:pt x="10441" y="26553"/>
                  </a:cubicBezTo>
                  <a:cubicBezTo>
                    <a:pt x="10541" y="26920"/>
                    <a:pt x="10608" y="27220"/>
                    <a:pt x="10641" y="27420"/>
                  </a:cubicBezTo>
                  <a:cubicBezTo>
                    <a:pt x="10675" y="27520"/>
                    <a:pt x="10708" y="27620"/>
                    <a:pt x="10741" y="27720"/>
                  </a:cubicBezTo>
                  <a:cubicBezTo>
                    <a:pt x="10741" y="27620"/>
                    <a:pt x="10708" y="27520"/>
                    <a:pt x="10708" y="27420"/>
                  </a:cubicBezTo>
                  <a:cubicBezTo>
                    <a:pt x="10675" y="27220"/>
                    <a:pt x="10608" y="26920"/>
                    <a:pt x="10541" y="26553"/>
                  </a:cubicBezTo>
                  <a:cubicBezTo>
                    <a:pt x="10274" y="25486"/>
                    <a:pt x="9907" y="24451"/>
                    <a:pt x="9407" y="23451"/>
                  </a:cubicBezTo>
                  <a:cubicBezTo>
                    <a:pt x="8707" y="22016"/>
                    <a:pt x="7873" y="20615"/>
                    <a:pt x="6939" y="19281"/>
                  </a:cubicBezTo>
                  <a:cubicBezTo>
                    <a:pt x="5938" y="17747"/>
                    <a:pt x="4770" y="16145"/>
                    <a:pt x="3603" y="14378"/>
                  </a:cubicBezTo>
                  <a:cubicBezTo>
                    <a:pt x="2068" y="11942"/>
                    <a:pt x="934" y="9507"/>
                    <a:pt x="534" y="7272"/>
                  </a:cubicBezTo>
                  <a:cubicBezTo>
                    <a:pt x="367" y="5071"/>
                    <a:pt x="234" y="3203"/>
                    <a:pt x="134" y="1902"/>
                  </a:cubicBezTo>
                  <a:cubicBezTo>
                    <a:pt x="100" y="1268"/>
                    <a:pt x="67" y="768"/>
                    <a:pt x="34" y="401"/>
                  </a:cubicBezTo>
                  <a:cubicBezTo>
                    <a:pt x="34" y="234"/>
                    <a:pt x="0" y="101"/>
                    <a:pt x="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5" name="Google Shape;2175;p64"/>
            <p:cNvSpPr/>
            <p:nvPr/>
          </p:nvSpPr>
          <p:spPr>
            <a:xfrm>
              <a:off x="847634" y="3508264"/>
              <a:ext cx="82265" cy="192232"/>
            </a:xfrm>
            <a:custGeom>
              <a:avLst/>
              <a:gdLst/>
              <a:ahLst/>
              <a:cxnLst/>
              <a:rect l="l" t="t" r="r" b="b"/>
              <a:pathLst>
                <a:path w="4104" h="9590" extrusionOk="0">
                  <a:moveTo>
                    <a:pt x="3161" y="0"/>
                  </a:moveTo>
                  <a:cubicBezTo>
                    <a:pt x="3104" y="0"/>
                    <a:pt x="3045" y="27"/>
                    <a:pt x="3003" y="83"/>
                  </a:cubicBezTo>
                  <a:cubicBezTo>
                    <a:pt x="1" y="3852"/>
                    <a:pt x="2369" y="9590"/>
                    <a:pt x="2369" y="9590"/>
                  </a:cubicBezTo>
                  <a:cubicBezTo>
                    <a:pt x="4104" y="4086"/>
                    <a:pt x="3603" y="1117"/>
                    <a:pt x="3336" y="150"/>
                  </a:cubicBezTo>
                  <a:cubicBezTo>
                    <a:pt x="3317" y="52"/>
                    <a:pt x="3241" y="0"/>
                    <a:pt x="3161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6" name="Google Shape;2176;p64"/>
            <p:cNvSpPr/>
            <p:nvPr/>
          </p:nvSpPr>
          <p:spPr>
            <a:xfrm>
              <a:off x="892435" y="3550037"/>
              <a:ext cx="12067" cy="150458"/>
            </a:xfrm>
            <a:custGeom>
              <a:avLst/>
              <a:gdLst/>
              <a:ahLst/>
              <a:cxnLst/>
              <a:rect l="l" t="t" r="r" b="b"/>
              <a:pathLst>
                <a:path w="602" h="7506" extrusionOk="0">
                  <a:moveTo>
                    <a:pt x="568" y="0"/>
                  </a:moveTo>
                  <a:lnTo>
                    <a:pt x="568" y="0"/>
                  </a:lnTo>
                  <a:cubicBezTo>
                    <a:pt x="468" y="367"/>
                    <a:pt x="401" y="734"/>
                    <a:pt x="368" y="1101"/>
                  </a:cubicBezTo>
                  <a:cubicBezTo>
                    <a:pt x="301" y="1768"/>
                    <a:pt x="201" y="2702"/>
                    <a:pt x="134" y="3736"/>
                  </a:cubicBezTo>
                  <a:cubicBezTo>
                    <a:pt x="67" y="4770"/>
                    <a:pt x="34" y="5704"/>
                    <a:pt x="34" y="6405"/>
                  </a:cubicBezTo>
                  <a:cubicBezTo>
                    <a:pt x="1" y="6772"/>
                    <a:pt x="34" y="7139"/>
                    <a:pt x="101" y="7506"/>
                  </a:cubicBezTo>
                  <a:cubicBezTo>
                    <a:pt x="167" y="7139"/>
                    <a:pt x="201" y="6772"/>
                    <a:pt x="201" y="6405"/>
                  </a:cubicBezTo>
                  <a:cubicBezTo>
                    <a:pt x="234" y="5638"/>
                    <a:pt x="301" y="4737"/>
                    <a:pt x="368" y="3736"/>
                  </a:cubicBezTo>
                  <a:cubicBezTo>
                    <a:pt x="434" y="2769"/>
                    <a:pt x="501" y="1868"/>
                    <a:pt x="534" y="1101"/>
                  </a:cubicBezTo>
                  <a:cubicBezTo>
                    <a:pt x="601" y="734"/>
                    <a:pt x="601" y="367"/>
                    <a:pt x="56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7" name="Google Shape;2177;p64"/>
            <p:cNvSpPr/>
            <p:nvPr/>
          </p:nvSpPr>
          <p:spPr>
            <a:xfrm>
              <a:off x="847634" y="3508264"/>
              <a:ext cx="82265" cy="192232"/>
            </a:xfrm>
            <a:custGeom>
              <a:avLst/>
              <a:gdLst/>
              <a:ahLst/>
              <a:cxnLst/>
              <a:rect l="l" t="t" r="r" b="b"/>
              <a:pathLst>
                <a:path w="4104" h="9590" extrusionOk="0">
                  <a:moveTo>
                    <a:pt x="3161" y="0"/>
                  </a:moveTo>
                  <a:cubicBezTo>
                    <a:pt x="3104" y="0"/>
                    <a:pt x="3045" y="27"/>
                    <a:pt x="3003" y="83"/>
                  </a:cubicBezTo>
                  <a:cubicBezTo>
                    <a:pt x="1" y="3852"/>
                    <a:pt x="2369" y="9590"/>
                    <a:pt x="2369" y="9590"/>
                  </a:cubicBezTo>
                  <a:cubicBezTo>
                    <a:pt x="4104" y="4086"/>
                    <a:pt x="3603" y="1117"/>
                    <a:pt x="3336" y="150"/>
                  </a:cubicBezTo>
                  <a:cubicBezTo>
                    <a:pt x="3317" y="52"/>
                    <a:pt x="3241" y="0"/>
                    <a:pt x="316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8" name="Google Shape;2178;p64"/>
            <p:cNvSpPr/>
            <p:nvPr/>
          </p:nvSpPr>
          <p:spPr>
            <a:xfrm>
              <a:off x="1004767" y="3787751"/>
              <a:ext cx="82265" cy="190227"/>
            </a:xfrm>
            <a:custGeom>
              <a:avLst/>
              <a:gdLst/>
              <a:ahLst/>
              <a:cxnLst/>
              <a:rect l="l" t="t" r="r" b="b"/>
              <a:pathLst>
                <a:path w="4104" h="9490" extrusionOk="0">
                  <a:moveTo>
                    <a:pt x="3474" y="1"/>
                  </a:moveTo>
                  <a:cubicBezTo>
                    <a:pt x="3410" y="1"/>
                    <a:pt x="3345" y="27"/>
                    <a:pt x="3303" y="83"/>
                  </a:cubicBezTo>
                  <a:cubicBezTo>
                    <a:pt x="1" y="3586"/>
                    <a:pt x="1935" y="9490"/>
                    <a:pt x="1935" y="9490"/>
                  </a:cubicBezTo>
                  <a:cubicBezTo>
                    <a:pt x="4104" y="4119"/>
                    <a:pt x="3837" y="1151"/>
                    <a:pt x="3670" y="150"/>
                  </a:cubicBezTo>
                  <a:cubicBezTo>
                    <a:pt x="3650" y="53"/>
                    <a:pt x="3563" y="1"/>
                    <a:pt x="3474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9" name="Google Shape;2179;p64"/>
            <p:cNvSpPr/>
            <p:nvPr/>
          </p:nvSpPr>
          <p:spPr>
            <a:xfrm>
              <a:off x="1041550" y="3828863"/>
              <a:ext cx="22751" cy="148453"/>
            </a:xfrm>
            <a:custGeom>
              <a:avLst/>
              <a:gdLst/>
              <a:ahLst/>
              <a:cxnLst/>
              <a:rect l="l" t="t" r="r" b="b"/>
              <a:pathLst>
                <a:path w="1135" h="7406" extrusionOk="0">
                  <a:moveTo>
                    <a:pt x="1134" y="0"/>
                  </a:moveTo>
                  <a:lnTo>
                    <a:pt x="1134" y="0"/>
                  </a:lnTo>
                  <a:cubicBezTo>
                    <a:pt x="1001" y="334"/>
                    <a:pt x="901" y="701"/>
                    <a:pt x="868" y="1068"/>
                  </a:cubicBezTo>
                  <a:cubicBezTo>
                    <a:pt x="701" y="1735"/>
                    <a:pt x="534" y="2669"/>
                    <a:pt x="401" y="3670"/>
                  </a:cubicBezTo>
                  <a:cubicBezTo>
                    <a:pt x="234" y="4704"/>
                    <a:pt x="134" y="5638"/>
                    <a:pt x="67" y="6305"/>
                  </a:cubicBezTo>
                  <a:cubicBezTo>
                    <a:pt x="0" y="6672"/>
                    <a:pt x="0" y="7072"/>
                    <a:pt x="67" y="7406"/>
                  </a:cubicBezTo>
                  <a:cubicBezTo>
                    <a:pt x="167" y="7072"/>
                    <a:pt x="234" y="6705"/>
                    <a:pt x="234" y="6338"/>
                  </a:cubicBezTo>
                  <a:lnTo>
                    <a:pt x="634" y="3703"/>
                  </a:lnTo>
                  <a:cubicBezTo>
                    <a:pt x="801" y="2735"/>
                    <a:pt x="934" y="1835"/>
                    <a:pt x="1068" y="1101"/>
                  </a:cubicBezTo>
                  <a:cubicBezTo>
                    <a:pt x="1134" y="734"/>
                    <a:pt x="1134" y="367"/>
                    <a:pt x="113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0" name="Google Shape;2180;p64"/>
            <p:cNvSpPr/>
            <p:nvPr/>
          </p:nvSpPr>
          <p:spPr>
            <a:xfrm>
              <a:off x="1004767" y="3787751"/>
              <a:ext cx="82265" cy="190227"/>
            </a:xfrm>
            <a:custGeom>
              <a:avLst/>
              <a:gdLst/>
              <a:ahLst/>
              <a:cxnLst/>
              <a:rect l="l" t="t" r="r" b="b"/>
              <a:pathLst>
                <a:path w="4104" h="9490" extrusionOk="0">
                  <a:moveTo>
                    <a:pt x="3474" y="1"/>
                  </a:moveTo>
                  <a:cubicBezTo>
                    <a:pt x="3410" y="1"/>
                    <a:pt x="3345" y="27"/>
                    <a:pt x="3303" y="83"/>
                  </a:cubicBezTo>
                  <a:cubicBezTo>
                    <a:pt x="1" y="3586"/>
                    <a:pt x="1935" y="9490"/>
                    <a:pt x="1935" y="9490"/>
                  </a:cubicBezTo>
                  <a:cubicBezTo>
                    <a:pt x="4104" y="4119"/>
                    <a:pt x="3837" y="1151"/>
                    <a:pt x="3670" y="150"/>
                  </a:cubicBezTo>
                  <a:cubicBezTo>
                    <a:pt x="3650" y="53"/>
                    <a:pt x="3563" y="1"/>
                    <a:pt x="347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1" name="Google Shape;2181;p64"/>
            <p:cNvSpPr/>
            <p:nvPr/>
          </p:nvSpPr>
          <p:spPr>
            <a:xfrm>
              <a:off x="731955" y="3388996"/>
              <a:ext cx="102330" cy="171084"/>
            </a:xfrm>
            <a:custGeom>
              <a:avLst/>
              <a:gdLst/>
              <a:ahLst/>
              <a:cxnLst/>
              <a:rect l="l" t="t" r="r" b="b"/>
              <a:pathLst>
                <a:path w="5105" h="8535" extrusionOk="0">
                  <a:moveTo>
                    <a:pt x="727" y="0"/>
                  </a:moveTo>
                  <a:cubicBezTo>
                    <a:pt x="626" y="0"/>
                    <a:pt x="535" y="82"/>
                    <a:pt x="535" y="195"/>
                  </a:cubicBezTo>
                  <a:cubicBezTo>
                    <a:pt x="1" y="4965"/>
                    <a:pt x="5105" y="8535"/>
                    <a:pt x="5105" y="8535"/>
                  </a:cubicBezTo>
                  <a:cubicBezTo>
                    <a:pt x="3603" y="2931"/>
                    <a:pt x="1602" y="696"/>
                    <a:pt x="868" y="62"/>
                  </a:cubicBezTo>
                  <a:cubicBezTo>
                    <a:pt x="825" y="19"/>
                    <a:pt x="775" y="0"/>
                    <a:pt x="727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2" name="Google Shape;2182;p64"/>
            <p:cNvSpPr/>
            <p:nvPr/>
          </p:nvSpPr>
          <p:spPr>
            <a:xfrm>
              <a:off x="731955" y="3388996"/>
              <a:ext cx="102330" cy="171084"/>
            </a:xfrm>
            <a:custGeom>
              <a:avLst/>
              <a:gdLst/>
              <a:ahLst/>
              <a:cxnLst/>
              <a:rect l="l" t="t" r="r" b="b"/>
              <a:pathLst>
                <a:path w="5105" h="8535" extrusionOk="0">
                  <a:moveTo>
                    <a:pt x="727" y="0"/>
                  </a:moveTo>
                  <a:cubicBezTo>
                    <a:pt x="626" y="0"/>
                    <a:pt x="535" y="82"/>
                    <a:pt x="535" y="195"/>
                  </a:cubicBezTo>
                  <a:cubicBezTo>
                    <a:pt x="1" y="4965"/>
                    <a:pt x="5105" y="8535"/>
                    <a:pt x="5105" y="8535"/>
                  </a:cubicBezTo>
                  <a:cubicBezTo>
                    <a:pt x="3603" y="2931"/>
                    <a:pt x="1602" y="696"/>
                    <a:pt x="868" y="62"/>
                  </a:cubicBezTo>
                  <a:cubicBezTo>
                    <a:pt x="825" y="19"/>
                    <a:pt x="775" y="0"/>
                    <a:pt x="72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3" name="Google Shape;2183;p64"/>
            <p:cNvSpPr/>
            <p:nvPr/>
          </p:nvSpPr>
          <p:spPr>
            <a:xfrm>
              <a:off x="760719" y="3428344"/>
              <a:ext cx="72222" cy="131736"/>
            </a:xfrm>
            <a:custGeom>
              <a:avLst/>
              <a:gdLst/>
              <a:ahLst/>
              <a:cxnLst/>
              <a:rect l="l" t="t" r="r" b="b"/>
              <a:pathLst>
                <a:path w="3603" h="6572" extrusionOk="0">
                  <a:moveTo>
                    <a:pt x="0" y="0"/>
                  </a:moveTo>
                  <a:lnTo>
                    <a:pt x="0" y="0"/>
                  </a:lnTo>
                  <a:cubicBezTo>
                    <a:pt x="100" y="334"/>
                    <a:pt x="234" y="701"/>
                    <a:pt x="434" y="1001"/>
                  </a:cubicBezTo>
                  <a:cubicBezTo>
                    <a:pt x="734" y="1635"/>
                    <a:pt x="1134" y="2469"/>
                    <a:pt x="1635" y="3369"/>
                  </a:cubicBezTo>
                  <a:cubicBezTo>
                    <a:pt x="2135" y="4303"/>
                    <a:pt x="2602" y="5104"/>
                    <a:pt x="2969" y="5671"/>
                  </a:cubicBezTo>
                  <a:cubicBezTo>
                    <a:pt x="3136" y="6005"/>
                    <a:pt x="3369" y="6305"/>
                    <a:pt x="3603" y="6572"/>
                  </a:cubicBezTo>
                  <a:cubicBezTo>
                    <a:pt x="3469" y="6238"/>
                    <a:pt x="3303" y="5904"/>
                    <a:pt x="3102" y="5604"/>
                  </a:cubicBezTo>
                  <a:cubicBezTo>
                    <a:pt x="2736" y="4937"/>
                    <a:pt x="2302" y="4137"/>
                    <a:pt x="1868" y="3269"/>
                  </a:cubicBezTo>
                  <a:lnTo>
                    <a:pt x="601" y="934"/>
                  </a:lnTo>
                  <a:cubicBezTo>
                    <a:pt x="434" y="601"/>
                    <a:pt x="234" y="267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4" name="Google Shape;2184;p64"/>
            <p:cNvSpPr/>
            <p:nvPr/>
          </p:nvSpPr>
          <p:spPr>
            <a:xfrm>
              <a:off x="845169" y="3744975"/>
              <a:ext cx="157614" cy="115319"/>
            </a:xfrm>
            <a:custGeom>
              <a:avLst/>
              <a:gdLst/>
              <a:ahLst/>
              <a:cxnLst/>
              <a:rect l="l" t="t" r="r" b="b"/>
              <a:pathLst>
                <a:path w="7863" h="5753" extrusionOk="0">
                  <a:moveTo>
                    <a:pt x="227" y="0"/>
                  </a:moveTo>
                  <a:cubicBezTo>
                    <a:pt x="111" y="0"/>
                    <a:pt x="1" y="141"/>
                    <a:pt x="57" y="282"/>
                  </a:cubicBezTo>
                  <a:cubicBezTo>
                    <a:pt x="1691" y="4786"/>
                    <a:pt x="7863" y="5753"/>
                    <a:pt x="7863" y="5753"/>
                  </a:cubicBezTo>
                  <a:cubicBezTo>
                    <a:pt x="4026" y="1383"/>
                    <a:pt x="1258" y="282"/>
                    <a:pt x="290" y="16"/>
                  </a:cubicBezTo>
                  <a:cubicBezTo>
                    <a:pt x="270" y="5"/>
                    <a:pt x="248" y="0"/>
                    <a:pt x="227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5" name="Google Shape;2185;p64"/>
            <p:cNvSpPr/>
            <p:nvPr/>
          </p:nvSpPr>
          <p:spPr>
            <a:xfrm>
              <a:off x="845169" y="3744975"/>
              <a:ext cx="157614" cy="115319"/>
            </a:xfrm>
            <a:custGeom>
              <a:avLst/>
              <a:gdLst/>
              <a:ahLst/>
              <a:cxnLst/>
              <a:rect l="l" t="t" r="r" b="b"/>
              <a:pathLst>
                <a:path w="7863" h="5753" extrusionOk="0">
                  <a:moveTo>
                    <a:pt x="227" y="0"/>
                  </a:moveTo>
                  <a:cubicBezTo>
                    <a:pt x="111" y="0"/>
                    <a:pt x="1" y="141"/>
                    <a:pt x="57" y="282"/>
                  </a:cubicBezTo>
                  <a:cubicBezTo>
                    <a:pt x="1691" y="4786"/>
                    <a:pt x="7863" y="5753"/>
                    <a:pt x="7863" y="5753"/>
                  </a:cubicBezTo>
                  <a:cubicBezTo>
                    <a:pt x="4026" y="1383"/>
                    <a:pt x="1258" y="282"/>
                    <a:pt x="290" y="16"/>
                  </a:cubicBezTo>
                  <a:cubicBezTo>
                    <a:pt x="270" y="5"/>
                    <a:pt x="248" y="0"/>
                    <a:pt x="22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6" name="Google Shape;2186;p64"/>
            <p:cNvSpPr/>
            <p:nvPr/>
          </p:nvSpPr>
          <p:spPr>
            <a:xfrm>
              <a:off x="878403" y="3774702"/>
              <a:ext cx="123036" cy="86274"/>
            </a:xfrm>
            <a:custGeom>
              <a:avLst/>
              <a:gdLst/>
              <a:ahLst/>
              <a:cxnLst/>
              <a:rect l="l" t="t" r="r" b="b"/>
              <a:pathLst>
                <a:path w="6138" h="4304" extrusionOk="0">
                  <a:moveTo>
                    <a:pt x="0" y="0"/>
                  </a:moveTo>
                  <a:lnTo>
                    <a:pt x="0" y="0"/>
                  </a:lnTo>
                  <a:cubicBezTo>
                    <a:pt x="234" y="267"/>
                    <a:pt x="534" y="501"/>
                    <a:pt x="834" y="734"/>
                  </a:cubicBezTo>
                  <a:cubicBezTo>
                    <a:pt x="1368" y="1134"/>
                    <a:pt x="2102" y="1701"/>
                    <a:pt x="2969" y="2302"/>
                  </a:cubicBezTo>
                  <a:cubicBezTo>
                    <a:pt x="3803" y="2936"/>
                    <a:pt x="4570" y="3436"/>
                    <a:pt x="5170" y="3803"/>
                  </a:cubicBezTo>
                  <a:cubicBezTo>
                    <a:pt x="5471" y="4003"/>
                    <a:pt x="5804" y="4170"/>
                    <a:pt x="6138" y="4303"/>
                  </a:cubicBezTo>
                  <a:cubicBezTo>
                    <a:pt x="5871" y="4070"/>
                    <a:pt x="5571" y="3836"/>
                    <a:pt x="5237" y="3670"/>
                  </a:cubicBezTo>
                  <a:cubicBezTo>
                    <a:pt x="4637" y="3203"/>
                    <a:pt x="3903" y="2702"/>
                    <a:pt x="3102" y="2135"/>
                  </a:cubicBezTo>
                  <a:lnTo>
                    <a:pt x="934" y="601"/>
                  </a:lnTo>
                  <a:cubicBezTo>
                    <a:pt x="634" y="367"/>
                    <a:pt x="334" y="167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9">
          <a:extLst>
            <a:ext uri="{FF2B5EF4-FFF2-40B4-BE49-F238E27FC236}">
              <a16:creationId xmlns:a16="http://schemas.microsoft.com/office/drawing/2014/main" id="{1E15F6BA-8EDD-C315-5125-42C96508B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" name="Google Shape;2140;p64">
            <a:extLst>
              <a:ext uri="{FF2B5EF4-FFF2-40B4-BE49-F238E27FC236}">
                <a16:creationId xmlns:a16="http://schemas.microsoft.com/office/drawing/2014/main" id="{52D2CDBA-E5D0-6A90-C0CD-D7D707D0A6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27050" y="1598088"/>
            <a:ext cx="6489900" cy="131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Gracias</a:t>
            </a:r>
            <a:endParaRPr dirty="0"/>
          </a:p>
        </p:txBody>
      </p:sp>
      <p:grpSp>
        <p:nvGrpSpPr>
          <p:cNvPr id="2142" name="Google Shape;2142;p64">
            <a:extLst>
              <a:ext uri="{FF2B5EF4-FFF2-40B4-BE49-F238E27FC236}">
                <a16:creationId xmlns:a16="http://schemas.microsoft.com/office/drawing/2014/main" id="{0516A678-0630-803B-9371-EC598E838F6F}"/>
              </a:ext>
            </a:extLst>
          </p:cNvPr>
          <p:cNvGrpSpPr/>
          <p:nvPr/>
        </p:nvGrpSpPr>
        <p:grpSpPr>
          <a:xfrm>
            <a:off x="7816955" y="3097972"/>
            <a:ext cx="877308" cy="2042473"/>
            <a:chOff x="731955" y="2811840"/>
            <a:chExt cx="564367" cy="1313910"/>
          </a:xfrm>
        </p:grpSpPr>
        <p:sp>
          <p:nvSpPr>
            <p:cNvPr id="2143" name="Google Shape;2143;p64">
              <a:extLst>
                <a:ext uri="{FF2B5EF4-FFF2-40B4-BE49-F238E27FC236}">
                  <a16:creationId xmlns:a16="http://schemas.microsoft.com/office/drawing/2014/main" id="{B916489D-1553-6691-CE10-75A6CCD948F4}"/>
                </a:ext>
              </a:extLst>
            </p:cNvPr>
            <p:cNvSpPr/>
            <p:nvPr/>
          </p:nvSpPr>
          <p:spPr>
            <a:xfrm>
              <a:off x="1038864" y="2811840"/>
              <a:ext cx="165191" cy="1313910"/>
            </a:xfrm>
            <a:custGeom>
              <a:avLst/>
              <a:gdLst/>
              <a:ahLst/>
              <a:cxnLst/>
              <a:rect l="l" t="t" r="r" b="b"/>
              <a:pathLst>
                <a:path w="8241" h="65548" extrusionOk="0">
                  <a:moveTo>
                    <a:pt x="7006" y="1"/>
                  </a:moveTo>
                  <a:cubicBezTo>
                    <a:pt x="7006" y="33"/>
                    <a:pt x="7036" y="95"/>
                    <a:pt x="7068" y="158"/>
                  </a:cubicBezTo>
                  <a:lnTo>
                    <a:pt x="7068" y="158"/>
                  </a:lnTo>
                  <a:cubicBezTo>
                    <a:pt x="7047" y="106"/>
                    <a:pt x="7027" y="53"/>
                    <a:pt x="7006" y="1"/>
                  </a:cubicBezTo>
                  <a:close/>
                  <a:moveTo>
                    <a:pt x="7068" y="158"/>
                  </a:moveTo>
                  <a:cubicBezTo>
                    <a:pt x="7071" y="167"/>
                    <a:pt x="7075" y="176"/>
                    <a:pt x="7078" y="184"/>
                  </a:cubicBezTo>
                  <a:lnTo>
                    <a:pt x="7078" y="184"/>
                  </a:lnTo>
                  <a:cubicBezTo>
                    <a:pt x="7076" y="179"/>
                    <a:pt x="7074" y="173"/>
                    <a:pt x="7073" y="168"/>
                  </a:cubicBezTo>
                  <a:cubicBezTo>
                    <a:pt x="7071" y="165"/>
                    <a:pt x="7069" y="161"/>
                    <a:pt x="7068" y="158"/>
                  </a:cubicBezTo>
                  <a:close/>
                  <a:moveTo>
                    <a:pt x="7078" y="184"/>
                  </a:moveTo>
                  <a:cubicBezTo>
                    <a:pt x="7110" y="286"/>
                    <a:pt x="7143" y="447"/>
                    <a:pt x="7206" y="668"/>
                  </a:cubicBezTo>
                  <a:cubicBezTo>
                    <a:pt x="7406" y="1302"/>
                    <a:pt x="7573" y="1936"/>
                    <a:pt x="7673" y="2603"/>
                  </a:cubicBezTo>
                  <a:cubicBezTo>
                    <a:pt x="8107" y="5004"/>
                    <a:pt x="8040" y="7440"/>
                    <a:pt x="7506" y="9841"/>
                  </a:cubicBezTo>
                  <a:cubicBezTo>
                    <a:pt x="7106" y="11476"/>
                    <a:pt x="6472" y="13044"/>
                    <a:pt x="5605" y="14478"/>
                  </a:cubicBezTo>
                  <a:cubicBezTo>
                    <a:pt x="4704" y="16046"/>
                    <a:pt x="3470" y="17580"/>
                    <a:pt x="2503" y="19381"/>
                  </a:cubicBezTo>
                  <a:cubicBezTo>
                    <a:pt x="1435" y="21283"/>
                    <a:pt x="968" y="23484"/>
                    <a:pt x="1235" y="25653"/>
                  </a:cubicBezTo>
                  <a:cubicBezTo>
                    <a:pt x="1469" y="27888"/>
                    <a:pt x="2236" y="30089"/>
                    <a:pt x="2970" y="32324"/>
                  </a:cubicBezTo>
                  <a:cubicBezTo>
                    <a:pt x="3703" y="34526"/>
                    <a:pt x="4371" y="36794"/>
                    <a:pt x="4437" y="38995"/>
                  </a:cubicBezTo>
                  <a:cubicBezTo>
                    <a:pt x="4471" y="41130"/>
                    <a:pt x="4204" y="43232"/>
                    <a:pt x="3603" y="45300"/>
                  </a:cubicBezTo>
                  <a:cubicBezTo>
                    <a:pt x="3070" y="47268"/>
                    <a:pt x="2436" y="49103"/>
                    <a:pt x="1869" y="50837"/>
                  </a:cubicBezTo>
                  <a:cubicBezTo>
                    <a:pt x="1302" y="52438"/>
                    <a:pt x="868" y="54073"/>
                    <a:pt x="535" y="55741"/>
                  </a:cubicBezTo>
                  <a:cubicBezTo>
                    <a:pt x="1" y="58143"/>
                    <a:pt x="1" y="60611"/>
                    <a:pt x="535" y="63013"/>
                  </a:cubicBezTo>
                  <a:cubicBezTo>
                    <a:pt x="701" y="63680"/>
                    <a:pt x="935" y="64280"/>
                    <a:pt x="1235" y="64914"/>
                  </a:cubicBezTo>
                  <a:cubicBezTo>
                    <a:pt x="1335" y="65081"/>
                    <a:pt x="1402" y="65248"/>
                    <a:pt x="1469" y="65348"/>
                  </a:cubicBezTo>
                  <a:cubicBezTo>
                    <a:pt x="1502" y="65414"/>
                    <a:pt x="1535" y="65481"/>
                    <a:pt x="1569" y="65548"/>
                  </a:cubicBezTo>
                  <a:cubicBezTo>
                    <a:pt x="1535" y="65481"/>
                    <a:pt x="1502" y="65414"/>
                    <a:pt x="1502" y="65381"/>
                  </a:cubicBezTo>
                  <a:cubicBezTo>
                    <a:pt x="1435" y="65248"/>
                    <a:pt x="1368" y="65114"/>
                    <a:pt x="1268" y="64914"/>
                  </a:cubicBezTo>
                  <a:cubicBezTo>
                    <a:pt x="1002" y="64280"/>
                    <a:pt x="768" y="63680"/>
                    <a:pt x="635" y="63013"/>
                  </a:cubicBezTo>
                  <a:cubicBezTo>
                    <a:pt x="101" y="60644"/>
                    <a:pt x="134" y="58176"/>
                    <a:pt x="701" y="55774"/>
                  </a:cubicBezTo>
                  <a:cubicBezTo>
                    <a:pt x="1035" y="54140"/>
                    <a:pt x="1469" y="52505"/>
                    <a:pt x="2036" y="50904"/>
                  </a:cubicBezTo>
                  <a:cubicBezTo>
                    <a:pt x="2603" y="49203"/>
                    <a:pt x="3270" y="47368"/>
                    <a:pt x="3804" y="45367"/>
                  </a:cubicBezTo>
                  <a:cubicBezTo>
                    <a:pt x="4404" y="43299"/>
                    <a:pt x="4704" y="41164"/>
                    <a:pt x="4671" y="38995"/>
                  </a:cubicBezTo>
                  <a:cubicBezTo>
                    <a:pt x="4604" y="36761"/>
                    <a:pt x="3937" y="34492"/>
                    <a:pt x="3203" y="32257"/>
                  </a:cubicBezTo>
                  <a:cubicBezTo>
                    <a:pt x="2469" y="30022"/>
                    <a:pt x="1702" y="27821"/>
                    <a:pt x="1469" y="25619"/>
                  </a:cubicBezTo>
                  <a:cubicBezTo>
                    <a:pt x="1235" y="23518"/>
                    <a:pt x="1635" y="21350"/>
                    <a:pt x="2703" y="19482"/>
                  </a:cubicBezTo>
                  <a:cubicBezTo>
                    <a:pt x="3670" y="17714"/>
                    <a:pt x="4871" y="16146"/>
                    <a:pt x="5805" y="14578"/>
                  </a:cubicBezTo>
                  <a:cubicBezTo>
                    <a:pt x="6639" y="13110"/>
                    <a:pt x="7273" y="11542"/>
                    <a:pt x="7673" y="9875"/>
                  </a:cubicBezTo>
                  <a:cubicBezTo>
                    <a:pt x="8207" y="7473"/>
                    <a:pt x="8240" y="4971"/>
                    <a:pt x="7773" y="2569"/>
                  </a:cubicBezTo>
                  <a:cubicBezTo>
                    <a:pt x="7618" y="1765"/>
                    <a:pt x="7378" y="962"/>
                    <a:pt x="7078" y="184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4" name="Google Shape;2144;p64">
              <a:extLst>
                <a:ext uri="{FF2B5EF4-FFF2-40B4-BE49-F238E27FC236}">
                  <a16:creationId xmlns:a16="http://schemas.microsoft.com/office/drawing/2014/main" id="{11897E09-1B87-873E-04C5-FDBAECDEB578}"/>
                </a:ext>
              </a:extLst>
            </p:cNvPr>
            <p:cNvSpPr/>
            <p:nvPr/>
          </p:nvSpPr>
          <p:spPr>
            <a:xfrm>
              <a:off x="1085669" y="2945500"/>
              <a:ext cx="81603" cy="189987"/>
            </a:xfrm>
            <a:custGeom>
              <a:avLst/>
              <a:gdLst/>
              <a:ahLst/>
              <a:cxnLst/>
              <a:rect l="l" t="t" r="r" b="b"/>
              <a:pathLst>
                <a:path w="4071" h="9478" extrusionOk="0">
                  <a:moveTo>
                    <a:pt x="589" y="0"/>
                  </a:moveTo>
                  <a:cubicBezTo>
                    <a:pt x="495" y="0"/>
                    <a:pt x="401" y="66"/>
                    <a:pt x="401" y="171"/>
                  </a:cubicBezTo>
                  <a:cubicBezTo>
                    <a:pt x="201" y="1138"/>
                    <a:pt x="1" y="4174"/>
                    <a:pt x="2202" y="9478"/>
                  </a:cubicBezTo>
                  <a:cubicBezTo>
                    <a:pt x="2202" y="9478"/>
                    <a:pt x="4070" y="3540"/>
                    <a:pt x="735" y="71"/>
                  </a:cubicBezTo>
                  <a:cubicBezTo>
                    <a:pt x="698" y="22"/>
                    <a:pt x="643" y="0"/>
                    <a:pt x="589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5" name="Google Shape;2145;p64">
              <a:extLst>
                <a:ext uri="{FF2B5EF4-FFF2-40B4-BE49-F238E27FC236}">
                  <a16:creationId xmlns:a16="http://schemas.microsoft.com/office/drawing/2014/main" id="{4B8F2F4F-6C81-FAC5-23F0-441E877BB699}"/>
                </a:ext>
              </a:extLst>
            </p:cNvPr>
            <p:cNvSpPr/>
            <p:nvPr/>
          </p:nvSpPr>
          <p:spPr>
            <a:xfrm>
              <a:off x="1107738" y="2986372"/>
              <a:ext cx="24094" cy="149115"/>
            </a:xfrm>
            <a:custGeom>
              <a:avLst/>
              <a:gdLst/>
              <a:ahLst/>
              <a:cxnLst/>
              <a:rect l="l" t="t" r="r" b="b"/>
              <a:pathLst>
                <a:path w="1202" h="7439" extrusionOk="0">
                  <a:moveTo>
                    <a:pt x="1" y="0"/>
                  </a:moveTo>
                  <a:cubicBezTo>
                    <a:pt x="1" y="367"/>
                    <a:pt x="34" y="734"/>
                    <a:pt x="134" y="1101"/>
                  </a:cubicBezTo>
                  <a:cubicBezTo>
                    <a:pt x="234" y="1868"/>
                    <a:pt x="401" y="2735"/>
                    <a:pt x="534" y="3736"/>
                  </a:cubicBezTo>
                  <a:cubicBezTo>
                    <a:pt x="701" y="4703"/>
                    <a:pt x="835" y="5604"/>
                    <a:pt x="968" y="6338"/>
                  </a:cubicBezTo>
                  <a:cubicBezTo>
                    <a:pt x="1001" y="6705"/>
                    <a:pt x="1068" y="7072"/>
                    <a:pt x="1168" y="7439"/>
                  </a:cubicBezTo>
                  <a:cubicBezTo>
                    <a:pt x="1201" y="7072"/>
                    <a:pt x="1168" y="6672"/>
                    <a:pt x="1135" y="6338"/>
                  </a:cubicBezTo>
                  <a:cubicBezTo>
                    <a:pt x="1068" y="5637"/>
                    <a:pt x="935" y="4703"/>
                    <a:pt x="768" y="3703"/>
                  </a:cubicBezTo>
                  <a:cubicBezTo>
                    <a:pt x="601" y="2669"/>
                    <a:pt x="434" y="1735"/>
                    <a:pt x="267" y="1068"/>
                  </a:cubicBezTo>
                  <a:cubicBezTo>
                    <a:pt x="234" y="701"/>
                    <a:pt x="134" y="367"/>
                    <a:pt x="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6" name="Google Shape;2146;p64">
              <a:extLst>
                <a:ext uri="{FF2B5EF4-FFF2-40B4-BE49-F238E27FC236}">
                  <a16:creationId xmlns:a16="http://schemas.microsoft.com/office/drawing/2014/main" id="{AF4D03F1-C0B6-7AE4-A49F-82A1BE95A120}"/>
                </a:ext>
              </a:extLst>
            </p:cNvPr>
            <p:cNvSpPr/>
            <p:nvPr/>
          </p:nvSpPr>
          <p:spPr>
            <a:xfrm>
              <a:off x="965519" y="3262873"/>
              <a:ext cx="120851" cy="153444"/>
            </a:xfrm>
            <a:custGeom>
              <a:avLst/>
              <a:gdLst/>
              <a:ahLst/>
              <a:cxnLst/>
              <a:rect l="l" t="t" r="r" b="b"/>
              <a:pathLst>
                <a:path w="6029" h="7655" extrusionOk="0">
                  <a:moveTo>
                    <a:pt x="247" y="1"/>
                  </a:moveTo>
                  <a:cubicBezTo>
                    <a:pt x="111" y="1"/>
                    <a:pt x="1" y="142"/>
                    <a:pt x="57" y="283"/>
                  </a:cubicBezTo>
                  <a:cubicBezTo>
                    <a:pt x="357" y="1217"/>
                    <a:pt x="1558" y="3986"/>
                    <a:pt x="6028" y="7655"/>
                  </a:cubicBezTo>
                  <a:cubicBezTo>
                    <a:pt x="6028" y="7655"/>
                    <a:pt x="4894" y="1550"/>
                    <a:pt x="324" y="16"/>
                  </a:cubicBezTo>
                  <a:cubicBezTo>
                    <a:pt x="298" y="6"/>
                    <a:pt x="272" y="1"/>
                    <a:pt x="247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7" name="Google Shape;2147;p64">
              <a:extLst>
                <a:ext uri="{FF2B5EF4-FFF2-40B4-BE49-F238E27FC236}">
                  <a16:creationId xmlns:a16="http://schemas.microsoft.com/office/drawing/2014/main" id="{CF9BDA53-5E39-6BD1-F093-589BD762EDB7}"/>
                </a:ext>
              </a:extLst>
            </p:cNvPr>
            <p:cNvSpPr/>
            <p:nvPr/>
          </p:nvSpPr>
          <p:spPr>
            <a:xfrm>
              <a:off x="996749" y="3295285"/>
              <a:ext cx="90283" cy="119709"/>
            </a:xfrm>
            <a:custGeom>
              <a:avLst/>
              <a:gdLst/>
              <a:ahLst/>
              <a:cxnLst/>
              <a:rect l="l" t="t" r="r" b="b"/>
              <a:pathLst>
                <a:path w="4504" h="5972" extrusionOk="0">
                  <a:moveTo>
                    <a:pt x="0" y="0"/>
                  </a:moveTo>
                  <a:lnTo>
                    <a:pt x="0" y="0"/>
                  </a:lnTo>
                  <a:cubicBezTo>
                    <a:pt x="200" y="300"/>
                    <a:pt x="401" y="601"/>
                    <a:pt x="634" y="901"/>
                  </a:cubicBezTo>
                  <a:lnTo>
                    <a:pt x="2235" y="3002"/>
                  </a:lnTo>
                  <a:lnTo>
                    <a:pt x="3836" y="5137"/>
                  </a:lnTo>
                  <a:cubicBezTo>
                    <a:pt x="4037" y="5437"/>
                    <a:pt x="4237" y="5704"/>
                    <a:pt x="4504" y="5971"/>
                  </a:cubicBezTo>
                  <a:cubicBezTo>
                    <a:pt x="4370" y="5638"/>
                    <a:pt x="4170" y="5337"/>
                    <a:pt x="3970" y="5037"/>
                  </a:cubicBezTo>
                  <a:cubicBezTo>
                    <a:pt x="3603" y="4470"/>
                    <a:pt x="3036" y="3669"/>
                    <a:pt x="2402" y="2869"/>
                  </a:cubicBezTo>
                  <a:cubicBezTo>
                    <a:pt x="1802" y="2035"/>
                    <a:pt x="1201" y="1301"/>
                    <a:pt x="734" y="767"/>
                  </a:cubicBezTo>
                  <a:cubicBezTo>
                    <a:pt x="534" y="501"/>
                    <a:pt x="267" y="234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8" name="Google Shape;2148;p64">
              <a:extLst>
                <a:ext uri="{FF2B5EF4-FFF2-40B4-BE49-F238E27FC236}">
                  <a16:creationId xmlns:a16="http://schemas.microsoft.com/office/drawing/2014/main" id="{C01292C3-DCB2-CC38-1FB0-BA077325A353}"/>
                </a:ext>
              </a:extLst>
            </p:cNvPr>
            <p:cNvSpPr/>
            <p:nvPr/>
          </p:nvSpPr>
          <p:spPr>
            <a:xfrm>
              <a:off x="1039545" y="3543222"/>
              <a:ext cx="85592" cy="180686"/>
            </a:xfrm>
            <a:custGeom>
              <a:avLst/>
              <a:gdLst/>
              <a:ahLst/>
              <a:cxnLst/>
              <a:rect l="l" t="t" r="r" b="b"/>
              <a:pathLst>
                <a:path w="4270" h="9014" extrusionOk="0">
                  <a:moveTo>
                    <a:pt x="214" y="0"/>
                  </a:moveTo>
                  <a:cubicBezTo>
                    <a:pt x="105" y="0"/>
                    <a:pt x="0" y="86"/>
                    <a:pt x="0" y="207"/>
                  </a:cubicBezTo>
                  <a:cubicBezTo>
                    <a:pt x="0" y="1208"/>
                    <a:pt x="367" y="4176"/>
                    <a:pt x="3569" y="9013"/>
                  </a:cubicBezTo>
                  <a:cubicBezTo>
                    <a:pt x="3569" y="9013"/>
                    <a:pt x="4270" y="2842"/>
                    <a:pt x="334" y="40"/>
                  </a:cubicBezTo>
                  <a:cubicBezTo>
                    <a:pt x="297" y="12"/>
                    <a:pt x="255" y="0"/>
                    <a:pt x="214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9" name="Google Shape;2149;p64">
              <a:extLst>
                <a:ext uri="{FF2B5EF4-FFF2-40B4-BE49-F238E27FC236}">
                  <a16:creationId xmlns:a16="http://schemas.microsoft.com/office/drawing/2014/main" id="{04C3374D-1178-8508-57C0-C5328F674098}"/>
                </a:ext>
              </a:extLst>
            </p:cNvPr>
            <p:cNvSpPr/>
            <p:nvPr/>
          </p:nvSpPr>
          <p:spPr>
            <a:xfrm>
              <a:off x="1060933" y="3582129"/>
              <a:ext cx="51516" cy="141778"/>
            </a:xfrm>
            <a:custGeom>
              <a:avLst/>
              <a:gdLst/>
              <a:ahLst/>
              <a:cxnLst/>
              <a:rect l="l" t="t" r="r" b="b"/>
              <a:pathLst>
                <a:path w="2570" h="7073" extrusionOk="0">
                  <a:moveTo>
                    <a:pt x="1" y="0"/>
                  </a:moveTo>
                  <a:lnTo>
                    <a:pt x="1" y="0"/>
                  </a:lnTo>
                  <a:cubicBezTo>
                    <a:pt x="67" y="334"/>
                    <a:pt x="201" y="701"/>
                    <a:pt x="334" y="1034"/>
                  </a:cubicBezTo>
                  <a:cubicBezTo>
                    <a:pt x="601" y="1768"/>
                    <a:pt x="901" y="2602"/>
                    <a:pt x="1268" y="3536"/>
                  </a:cubicBezTo>
                  <a:lnTo>
                    <a:pt x="2169" y="6038"/>
                  </a:lnTo>
                  <a:cubicBezTo>
                    <a:pt x="2269" y="6405"/>
                    <a:pt x="2402" y="6739"/>
                    <a:pt x="2569" y="7072"/>
                  </a:cubicBezTo>
                  <a:cubicBezTo>
                    <a:pt x="2536" y="6705"/>
                    <a:pt x="2469" y="6338"/>
                    <a:pt x="2336" y="5971"/>
                  </a:cubicBezTo>
                  <a:cubicBezTo>
                    <a:pt x="2135" y="5338"/>
                    <a:pt x="1835" y="4437"/>
                    <a:pt x="1502" y="3470"/>
                  </a:cubicBezTo>
                  <a:cubicBezTo>
                    <a:pt x="1168" y="2536"/>
                    <a:pt x="801" y="1635"/>
                    <a:pt x="534" y="1001"/>
                  </a:cubicBezTo>
                  <a:cubicBezTo>
                    <a:pt x="401" y="634"/>
                    <a:pt x="201" y="301"/>
                    <a:pt x="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0" name="Google Shape;2150;p64">
              <a:extLst>
                <a:ext uri="{FF2B5EF4-FFF2-40B4-BE49-F238E27FC236}">
                  <a16:creationId xmlns:a16="http://schemas.microsoft.com/office/drawing/2014/main" id="{965618FC-D437-2497-7F5F-2A3941DBAA61}"/>
                </a:ext>
              </a:extLst>
            </p:cNvPr>
            <p:cNvSpPr/>
            <p:nvPr/>
          </p:nvSpPr>
          <p:spPr>
            <a:xfrm>
              <a:off x="963975" y="3855463"/>
              <a:ext cx="87617" cy="178020"/>
            </a:xfrm>
            <a:custGeom>
              <a:avLst/>
              <a:gdLst/>
              <a:ahLst/>
              <a:cxnLst/>
              <a:rect l="l" t="t" r="r" b="b"/>
              <a:pathLst>
                <a:path w="4371" h="8881" extrusionOk="0">
                  <a:moveTo>
                    <a:pt x="215" y="1"/>
                  </a:moveTo>
                  <a:cubicBezTo>
                    <a:pt x="106" y="1"/>
                    <a:pt x="1" y="87"/>
                    <a:pt x="1" y="208"/>
                  </a:cubicBezTo>
                  <a:cubicBezTo>
                    <a:pt x="68" y="1208"/>
                    <a:pt x="535" y="4177"/>
                    <a:pt x="3904" y="8881"/>
                  </a:cubicBezTo>
                  <a:cubicBezTo>
                    <a:pt x="3904" y="8881"/>
                    <a:pt x="4371" y="2676"/>
                    <a:pt x="334" y="41"/>
                  </a:cubicBezTo>
                  <a:cubicBezTo>
                    <a:pt x="298" y="13"/>
                    <a:pt x="256" y="1"/>
                    <a:pt x="215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1" name="Google Shape;2151;p64">
              <a:extLst>
                <a:ext uri="{FF2B5EF4-FFF2-40B4-BE49-F238E27FC236}">
                  <a16:creationId xmlns:a16="http://schemas.microsoft.com/office/drawing/2014/main" id="{A8B39E4B-849C-62D2-9DA8-7ACD62D1B506}"/>
                </a:ext>
              </a:extLst>
            </p:cNvPr>
            <p:cNvSpPr/>
            <p:nvPr/>
          </p:nvSpPr>
          <p:spPr>
            <a:xfrm>
              <a:off x="986706" y="3893047"/>
              <a:ext cx="56186" cy="139774"/>
            </a:xfrm>
            <a:custGeom>
              <a:avLst/>
              <a:gdLst/>
              <a:ahLst/>
              <a:cxnLst/>
              <a:rect l="l" t="t" r="r" b="b"/>
              <a:pathLst>
                <a:path w="2803" h="6973" extrusionOk="0">
                  <a:moveTo>
                    <a:pt x="1" y="1"/>
                  </a:moveTo>
                  <a:lnTo>
                    <a:pt x="1" y="1"/>
                  </a:lnTo>
                  <a:cubicBezTo>
                    <a:pt x="101" y="367"/>
                    <a:pt x="201" y="701"/>
                    <a:pt x="368" y="1035"/>
                  </a:cubicBezTo>
                  <a:cubicBezTo>
                    <a:pt x="668" y="1735"/>
                    <a:pt x="1002" y="2569"/>
                    <a:pt x="1369" y="3503"/>
                  </a:cubicBezTo>
                  <a:lnTo>
                    <a:pt x="2369" y="5938"/>
                  </a:lnTo>
                  <a:cubicBezTo>
                    <a:pt x="2469" y="6305"/>
                    <a:pt x="2603" y="6639"/>
                    <a:pt x="2803" y="6972"/>
                  </a:cubicBezTo>
                  <a:cubicBezTo>
                    <a:pt x="2736" y="6605"/>
                    <a:pt x="2636" y="6238"/>
                    <a:pt x="2503" y="5905"/>
                  </a:cubicBezTo>
                  <a:cubicBezTo>
                    <a:pt x="2303" y="5238"/>
                    <a:pt x="1969" y="4370"/>
                    <a:pt x="1569" y="3403"/>
                  </a:cubicBezTo>
                  <a:cubicBezTo>
                    <a:pt x="1168" y="2436"/>
                    <a:pt x="802" y="1568"/>
                    <a:pt x="501" y="968"/>
                  </a:cubicBezTo>
                  <a:cubicBezTo>
                    <a:pt x="368" y="634"/>
                    <a:pt x="201" y="301"/>
                    <a:pt x="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2" name="Google Shape;2152;p64">
              <a:extLst>
                <a:ext uri="{FF2B5EF4-FFF2-40B4-BE49-F238E27FC236}">
                  <a16:creationId xmlns:a16="http://schemas.microsoft.com/office/drawing/2014/main" id="{46459146-0A01-B35E-8BD8-90DB22D74AEB}"/>
                </a:ext>
              </a:extLst>
            </p:cNvPr>
            <p:cNvSpPr/>
            <p:nvPr/>
          </p:nvSpPr>
          <p:spPr>
            <a:xfrm>
              <a:off x="1183288" y="2872556"/>
              <a:ext cx="113034" cy="158636"/>
            </a:xfrm>
            <a:custGeom>
              <a:avLst/>
              <a:gdLst/>
              <a:ahLst/>
              <a:cxnLst/>
              <a:rect l="l" t="t" r="r" b="b"/>
              <a:pathLst>
                <a:path w="5639" h="7914" extrusionOk="0">
                  <a:moveTo>
                    <a:pt x="5425" y="1"/>
                  </a:moveTo>
                  <a:cubicBezTo>
                    <a:pt x="5383" y="1"/>
                    <a:pt x="5341" y="13"/>
                    <a:pt x="5305" y="41"/>
                  </a:cubicBezTo>
                  <a:cubicBezTo>
                    <a:pt x="4504" y="608"/>
                    <a:pt x="2236" y="2543"/>
                    <a:pt x="1" y="7913"/>
                  </a:cubicBezTo>
                  <a:cubicBezTo>
                    <a:pt x="1" y="7913"/>
                    <a:pt x="5538" y="5044"/>
                    <a:pt x="5638" y="208"/>
                  </a:cubicBezTo>
                  <a:cubicBezTo>
                    <a:pt x="5638" y="87"/>
                    <a:pt x="5533" y="1"/>
                    <a:pt x="5425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3" name="Google Shape;2153;p64">
              <a:extLst>
                <a:ext uri="{FF2B5EF4-FFF2-40B4-BE49-F238E27FC236}">
                  <a16:creationId xmlns:a16="http://schemas.microsoft.com/office/drawing/2014/main" id="{E49A9A77-1FFC-8BB9-DF6A-E651501246F7}"/>
                </a:ext>
              </a:extLst>
            </p:cNvPr>
            <p:cNvSpPr/>
            <p:nvPr/>
          </p:nvSpPr>
          <p:spPr>
            <a:xfrm>
              <a:off x="1183969" y="2910141"/>
              <a:ext cx="89621" cy="121052"/>
            </a:xfrm>
            <a:custGeom>
              <a:avLst/>
              <a:gdLst/>
              <a:ahLst/>
              <a:cxnLst/>
              <a:rect l="l" t="t" r="r" b="b"/>
              <a:pathLst>
                <a:path w="4471" h="6039" extrusionOk="0">
                  <a:moveTo>
                    <a:pt x="4470" y="0"/>
                  </a:moveTo>
                  <a:lnTo>
                    <a:pt x="4470" y="0"/>
                  </a:lnTo>
                  <a:cubicBezTo>
                    <a:pt x="4203" y="267"/>
                    <a:pt x="3970" y="534"/>
                    <a:pt x="3770" y="868"/>
                  </a:cubicBezTo>
                  <a:lnTo>
                    <a:pt x="2202" y="3003"/>
                  </a:lnTo>
                  <a:lnTo>
                    <a:pt x="634" y="5137"/>
                  </a:lnTo>
                  <a:cubicBezTo>
                    <a:pt x="401" y="5438"/>
                    <a:pt x="200" y="5738"/>
                    <a:pt x="0" y="6038"/>
                  </a:cubicBezTo>
                  <a:cubicBezTo>
                    <a:pt x="301" y="5805"/>
                    <a:pt x="534" y="5538"/>
                    <a:pt x="768" y="5237"/>
                  </a:cubicBezTo>
                  <a:cubicBezTo>
                    <a:pt x="1201" y="4737"/>
                    <a:pt x="1768" y="4003"/>
                    <a:pt x="2402" y="3136"/>
                  </a:cubicBezTo>
                  <a:cubicBezTo>
                    <a:pt x="3002" y="2269"/>
                    <a:pt x="3536" y="1535"/>
                    <a:pt x="3903" y="934"/>
                  </a:cubicBezTo>
                  <a:cubicBezTo>
                    <a:pt x="4103" y="668"/>
                    <a:pt x="4303" y="334"/>
                    <a:pt x="447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4" name="Google Shape;2154;p64">
              <a:extLst>
                <a:ext uri="{FF2B5EF4-FFF2-40B4-BE49-F238E27FC236}">
                  <a16:creationId xmlns:a16="http://schemas.microsoft.com/office/drawing/2014/main" id="{2B31BA03-9F0C-3CC6-6115-90F3E421FD1A}"/>
                </a:ext>
              </a:extLst>
            </p:cNvPr>
            <p:cNvSpPr/>
            <p:nvPr/>
          </p:nvSpPr>
          <p:spPr>
            <a:xfrm>
              <a:off x="1064942" y="3135046"/>
              <a:ext cx="122234" cy="151560"/>
            </a:xfrm>
            <a:custGeom>
              <a:avLst/>
              <a:gdLst/>
              <a:ahLst/>
              <a:cxnLst/>
              <a:rect l="l" t="t" r="r" b="b"/>
              <a:pathLst>
                <a:path w="6098" h="7561" extrusionOk="0">
                  <a:moveTo>
                    <a:pt x="5863" y="1"/>
                  </a:moveTo>
                  <a:cubicBezTo>
                    <a:pt x="5832" y="1"/>
                    <a:pt x="5800" y="8"/>
                    <a:pt x="5772" y="22"/>
                  </a:cubicBezTo>
                  <a:cubicBezTo>
                    <a:pt x="4904" y="555"/>
                    <a:pt x="2536" y="2357"/>
                    <a:pt x="1" y="7561"/>
                  </a:cubicBezTo>
                  <a:cubicBezTo>
                    <a:pt x="1" y="7561"/>
                    <a:pt x="5671" y="5025"/>
                    <a:pt x="6072" y="222"/>
                  </a:cubicBezTo>
                  <a:cubicBezTo>
                    <a:pt x="6098" y="91"/>
                    <a:pt x="5980" y="1"/>
                    <a:pt x="5863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5" name="Google Shape;2155;p64">
              <a:extLst>
                <a:ext uri="{FF2B5EF4-FFF2-40B4-BE49-F238E27FC236}">
                  <a16:creationId xmlns:a16="http://schemas.microsoft.com/office/drawing/2014/main" id="{91ABDEA2-43A2-FDD5-C890-5ECDADFB9BE6}"/>
                </a:ext>
              </a:extLst>
            </p:cNvPr>
            <p:cNvSpPr/>
            <p:nvPr/>
          </p:nvSpPr>
          <p:spPr>
            <a:xfrm>
              <a:off x="1066285" y="3170906"/>
              <a:ext cx="95635" cy="116361"/>
            </a:xfrm>
            <a:custGeom>
              <a:avLst/>
              <a:gdLst/>
              <a:ahLst/>
              <a:cxnLst/>
              <a:rect l="l" t="t" r="r" b="b"/>
              <a:pathLst>
                <a:path w="4771" h="5805" extrusionOk="0">
                  <a:moveTo>
                    <a:pt x="4771" y="1"/>
                  </a:moveTo>
                  <a:lnTo>
                    <a:pt x="4771" y="1"/>
                  </a:lnTo>
                  <a:cubicBezTo>
                    <a:pt x="4504" y="268"/>
                    <a:pt x="4237" y="534"/>
                    <a:pt x="4037" y="835"/>
                  </a:cubicBezTo>
                  <a:lnTo>
                    <a:pt x="2369" y="2903"/>
                  </a:lnTo>
                  <a:lnTo>
                    <a:pt x="668" y="4938"/>
                  </a:lnTo>
                  <a:cubicBezTo>
                    <a:pt x="401" y="5204"/>
                    <a:pt x="201" y="5505"/>
                    <a:pt x="0" y="5805"/>
                  </a:cubicBezTo>
                  <a:cubicBezTo>
                    <a:pt x="267" y="5571"/>
                    <a:pt x="568" y="5338"/>
                    <a:pt x="801" y="5038"/>
                  </a:cubicBezTo>
                  <a:cubicBezTo>
                    <a:pt x="1268" y="4537"/>
                    <a:pt x="1868" y="3837"/>
                    <a:pt x="2536" y="3036"/>
                  </a:cubicBezTo>
                  <a:cubicBezTo>
                    <a:pt x="3203" y="2236"/>
                    <a:pt x="3803" y="1502"/>
                    <a:pt x="4170" y="935"/>
                  </a:cubicBezTo>
                  <a:cubicBezTo>
                    <a:pt x="4404" y="668"/>
                    <a:pt x="4604" y="334"/>
                    <a:pt x="477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6" name="Google Shape;2156;p64">
              <a:extLst>
                <a:ext uri="{FF2B5EF4-FFF2-40B4-BE49-F238E27FC236}">
                  <a16:creationId xmlns:a16="http://schemas.microsoft.com/office/drawing/2014/main" id="{13DBA3B0-B2A5-114C-AE04-D0C77DE38EE0}"/>
                </a:ext>
              </a:extLst>
            </p:cNvPr>
            <p:cNvSpPr/>
            <p:nvPr/>
          </p:nvSpPr>
          <p:spPr>
            <a:xfrm>
              <a:off x="1127803" y="3383183"/>
              <a:ext cx="80922" cy="188944"/>
            </a:xfrm>
            <a:custGeom>
              <a:avLst/>
              <a:gdLst/>
              <a:ahLst/>
              <a:cxnLst/>
              <a:rect l="l" t="t" r="r" b="b"/>
              <a:pathLst>
                <a:path w="4037" h="9426" extrusionOk="0">
                  <a:moveTo>
                    <a:pt x="2005" y="0"/>
                  </a:moveTo>
                  <a:cubicBezTo>
                    <a:pt x="1942" y="0"/>
                    <a:pt x="1879" y="27"/>
                    <a:pt x="1835" y="85"/>
                  </a:cubicBezTo>
                  <a:cubicBezTo>
                    <a:pt x="1301" y="919"/>
                    <a:pt x="0" y="3621"/>
                    <a:pt x="134" y="9425"/>
                  </a:cubicBezTo>
                  <a:cubicBezTo>
                    <a:pt x="134" y="9425"/>
                    <a:pt x="4037" y="4588"/>
                    <a:pt x="2202" y="118"/>
                  </a:cubicBezTo>
                  <a:cubicBezTo>
                    <a:pt x="2164" y="43"/>
                    <a:pt x="2085" y="0"/>
                    <a:pt x="2005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" name="Google Shape;2157;p64">
              <a:extLst>
                <a:ext uri="{FF2B5EF4-FFF2-40B4-BE49-F238E27FC236}">
                  <a16:creationId xmlns:a16="http://schemas.microsoft.com/office/drawing/2014/main" id="{ABF8EF7C-A22F-F1BB-6E5A-3962425873DB}"/>
                </a:ext>
              </a:extLst>
            </p:cNvPr>
            <p:cNvSpPr/>
            <p:nvPr/>
          </p:nvSpPr>
          <p:spPr>
            <a:xfrm>
              <a:off x="1131151" y="3424997"/>
              <a:ext cx="32774" cy="146449"/>
            </a:xfrm>
            <a:custGeom>
              <a:avLst/>
              <a:gdLst/>
              <a:ahLst/>
              <a:cxnLst/>
              <a:rect l="l" t="t" r="r" b="b"/>
              <a:pathLst>
                <a:path w="1635" h="7306" extrusionOk="0">
                  <a:moveTo>
                    <a:pt x="1635" y="0"/>
                  </a:moveTo>
                  <a:lnTo>
                    <a:pt x="1635" y="0"/>
                  </a:lnTo>
                  <a:cubicBezTo>
                    <a:pt x="1501" y="334"/>
                    <a:pt x="1401" y="701"/>
                    <a:pt x="1368" y="1068"/>
                  </a:cubicBezTo>
                  <a:cubicBezTo>
                    <a:pt x="1201" y="1802"/>
                    <a:pt x="1001" y="2669"/>
                    <a:pt x="801" y="3636"/>
                  </a:cubicBezTo>
                  <a:lnTo>
                    <a:pt x="234" y="6238"/>
                  </a:lnTo>
                  <a:cubicBezTo>
                    <a:pt x="134" y="6605"/>
                    <a:pt x="67" y="6939"/>
                    <a:pt x="0" y="7306"/>
                  </a:cubicBezTo>
                  <a:cubicBezTo>
                    <a:pt x="167" y="7005"/>
                    <a:pt x="300" y="6639"/>
                    <a:pt x="400" y="6272"/>
                  </a:cubicBezTo>
                  <a:cubicBezTo>
                    <a:pt x="567" y="5638"/>
                    <a:pt x="801" y="4704"/>
                    <a:pt x="1034" y="3703"/>
                  </a:cubicBezTo>
                  <a:cubicBezTo>
                    <a:pt x="1234" y="2702"/>
                    <a:pt x="1401" y="1768"/>
                    <a:pt x="1535" y="1101"/>
                  </a:cubicBezTo>
                  <a:cubicBezTo>
                    <a:pt x="1601" y="734"/>
                    <a:pt x="1635" y="367"/>
                    <a:pt x="163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" name="Google Shape;2158;p64">
              <a:extLst>
                <a:ext uri="{FF2B5EF4-FFF2-40B4-BE49-F238E27FC236}">
                  <a16:creationId xmlns:a16="http://schemas.microsoft.com/office/drawing/2014/main" id="{6E7BF516-2036-3729-E789-B4B0B3BE4FE7}"/>
                </a:ext>
              </a:extLst>
            </p:cNvPr>
            <p:cNvSpPr/>
            <p:nvPr/>
          </p:nvSpPr>
          <p:spPr>
            <a:xfrm>
              <a:off x="1052915" y="3753554"/>
              <a:ext cx="119027" cy="153545"/>
            </a:xfrm>
            <a:custGeom>
              <a:avLst/>
              <a:gdLst/>
              <a:ahLst/>
              <a:cxnLst/>
              <a:rect l="l" t="t" r="r" b="b"/>
              <a:pathLst>
                <a:path w="5938" h="7660" extrusionOk="0">
                  <a:moveTo>
                    <a:pt x="5726" y="0"/>
                  </a:moveTo>
                  <a:cubicBezTo>
                    <a:pt x="5696" y="0"/>
                    <a:pt x="5666" y="7"/>
                    <a:pt x="5638" y="21"/>
                  </a:cubicBezTo>
                  <a:cubicBezTo>
                    <a:pt x="4804" y="555"/>
                    <a:pt x="2435" y="2423"/>
                    <a:pt x="0" y="7660"/>
                  </a:cubicBezTo>
                  <a:cubicBezTo>
                    <a:pt x="0" y="7660"/>
                    <a:pt x="5604" y="5025"/>
                    <a:pt x="5938" y="221"/>
                  </a:cubicBezTo>
                  <a:cubicBezTo>
                    <a:pt x="5938" y="90"/>
                    <a:pt x="5835" y="0"/>
                    <a:pt x="5726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9" name="Google Shape;2159;p64">
              <a:extLst>
                <a:ext uri="{FF2B5EF4-FFF2-40B4-BE49-F238E27FC236}">
                  <a16:creationId xmlns:a16="http://schemas.microsoft.com/office/drawing/2014/main" id="{F0CC32DD-A227-3522-EBA4-DC59B693D269}"/>
                </a:ext>
              </a:extLst>
            </p:cNvPr>
            <p:cNvSpPr/>
            <p:nvPr/>
          </p:nvSpPr>
          <p:spPr>
            <a:xfrm>
              <a:off x="1052915" y="3790076"/>
              <a:ext cx="94973" cy="118366"/>
            </a:xfrm>
            <a:custGeom>
              <a:avLst/>
              <a:gdLst/>
              <a:ahLst/>
              <a:cxnLst/>
              <a:rect l="l" t="t" r="r" b="b"/>
              <a:pathLst>
                <a:path w="4738" h="5905" extrusionOk="0">
                  <a:moveTo>
                    <a:pt x="4737" y="0"/>
                  </a:moveTo>
                  <a:lnTo>
                    <a:pt x="4737" y="0"/>
                  </a:lnTo>
                  <a:cubicBezTo>
                    <a:pt x="4470" y="267"/>
                    <a:pt x="4237" y="534"/>
                    <a:pt x="4003" y="834"/>
                  </a:cubicBezTo>
                  <a:lnTo>
                    <a:pt x="2335" y="2936"/>
                  </a:lnTo>
                  <a:lnTo>
                    <a:pt x="667" y="5004"/>
                  </a:lnTo>
                  <a:cubicBezTo>
                    <a:pt x="434" y="5271"/>
                    <a:pt x="200" y="5571"/>
                    <a:pt x="0" y="5905"/>
                  </a:cubicBezTo>
                  <a:cubicBezTo>
                    <a:pt x="301" y="5671"/>
                    <a:pt x="567" y="5404"/>
                    <a:pt x="801" y="5104"/>
                  </a:cubicBezTo>
                  <a:cubicBezTo>
                    <a:pt x="1268" y="4604"/>
                    <a:pt x="1868" y="3903"/>
                    <a:pt x="2502" y="3069"/>
                  </a:cubicBezTo>
                  <a:cubicBezTo>
                    <a:pt x="3169" y="2269"/>
                    <a:pt x="3703" y="1502"/>
                    <a:pt x="4103" y="968"/>
                  </a:cubicBezTo>
                  <a:cubicBezTo>
                    <a:pt x="4337" y="668"/>
                    <a:pt x="4570" y="334"/>
                    <a:pt x="473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0" name="Google Shape;2160;p64">
              <a:extLst>
                <a:ext uri="{FF2B5EF4-FFF2-40B4-BE49-F238E27FC236}">
                  <a16:creationId xmlns:a16="http://schemas.microsoft.com/office/drawing/2014/main" id="{B1AA521C-62B6-BC2F-2F17-30B931790371}"/>
                </a:ext>
              </a:extLst>
            </p:cNvPr>
            <p:cNvSpPr/>
            <p:nvPr/>
          </p:nvSpPr>
          <p:spPr>
            <a:xfrm>
              <a:off x="828251" y="3419645"/>
              <a:ext cx="215323" cy="555667"/>
            </a:xfrm>
            <a:custGeom>
              <a:avLst/>
              <a:gdLst/>
              <a:ahLst/>
              <a:cxnLst/>
              <a:rect l="l" t="t" r="r" b="b"/>
              <a:pathLst>
                <a:path w="10742" h="27721" extrusionOk="0">
                  <a:moveTo>
                    <a:pt x="0" y="1"/>
                  </a:moveTo>
                  <a:lnTo>
                    <a:pt x="0" y="434"/>
                  </a:lnTo>
                  <a:cubicBezTo>
                    <a:pt x="0" y="801"/>
                    <a:pt x="34" y="1302"/>
                    <a:pt x="67" y="1935"/>
                  </a:cubicBezTo>
                  <a:cubicBezTo>
                    <a:pt x="134" y="3236"/>
                    <a:pt x="234" y="5104"/>
                    <a:pt x="334" y="7306"/>
                  </a:cubicBezTo>
                  <a:cubicBezTo>
                    <a:pt x="768" y="9574"/>
                    <a:pt x="1902" y="12076"/>
                    <a:pt x="3436" y="14478"/>
                  </a:cubicBezTo>
                  <a:cubicBezTo>
                    <a:pt x="4570" y="16279"/>
                    <a:pt x="5738" y="17880"/>
                    <a:pt x="6772" y="19381"/>
                  </a:cubicBezTo>
                  <a:cubicBezTo>
                    <a:pt x="7706" y="20715"/>
                    <a:pt x="8540" y="22083"/>
                    <a:pt x="9274" y="23517"/>
                  </a:cubicBezTo>
                  <a:cubicBezTo>
                    <a:pt x="9741" y="24485"/>
                    <a:pt x="10141" y="25519"/>
                    <a:pt x="10441" y="26553"/>
                  </a:cubicBezTo>
                  <a:cubicBezTo>
                    <a:pt x="10541" y="26920"/>
                    <a:pt x="10608" y="27220"/>
                    <a:pt x="10641" y="27420"/>
                  </a:cubicBezTo>
                  <a:cubicBezTo>
                    <a:pt x="10675" y="27520"/>
                    <a:pt x="10708" y="27620"/>
                    <a:pt x="10741" y="27720"/>
                  </a:cubicBezTo>
                  <a:cubicBezTo>
                    <a:pt x="10741" y="27620"/>
                    <a:pt x="10708" y="27520"/>
                    <a:pt x="10708" y="27420"/>
                  </a:cubicBezTo>
                  <a:cubicBezTo>
                    <a:pt x="10675" y="27220"/>
                    <a:pt x="10608" y="26920"/>
                    <a:pt x="10541" y="26553"/>
                  </a:cubicBezTo>
                  <a:cubicBezTo>
                    <a:pt x="10274" y="25486"/>
                    <a:pt x="9907" y="24451"/>
                    <a:pt x="9407" y="23451"/>
                  </a:cubicBezTo>
                  <a:cubicBezTo>
                    <a:pt x="8707" y="22016"/>
                    <a:pt x="7873" y="20615"/>
                    <a:pt x="6939" y="19281"/>
                  </a:cubicBezTo>
                  <a:cubicBezTo>
                    <a:pt x="5938" y="17747"/>
                    <a:pt x="4770" y="16145"/>
                    <a:pt x="3603" y="14378"/>
                  </a:cubicBezTo>
                  <a:cubicBezTo>
                    <a:pt x="2068" y="11942"/>
                    <a:pt x="934" y="9507"/>
                    <a:pt x="534" y="7272"/>
                  </a:cubicBezTo>
                  <a:cubicBezTo>
                    <a:pt x="367" y="5071"/>
                    <a:pt x="234" y="3203"/>
                    <a:pt x="134" y="1902"/>
                  </a:cubicBezTo>
                  <a:cubicBezTo>
                    <a:pt x="100" y="1268"/>
                    <a:pt x="67" y="768"/>
                    <a:pt x="34" y="401"/>
                  </a:cubicBezTo>
                  <a:cubicBezTo>
                    <a:pt x="34" y="234"/>
                    <a:pt x="0" y="101"/>
                    <a:pt x="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1" name="Google Shape;2161;p64">
              <a:extLst>
                <a:ext uri="{FF2B5EF4-FFF2-40B4-BE49-F238E27FC236}">
                  <a16:creationId xmlns:a16="http://schemas.microsoft.com/office/drawing/2014/main" id="{B96FA58F-F2F1-6753-E9C0-E98D3D224200}"/>
                </a:ext>
              </a:extLst>
            </p:cNvPr>
            <p:cNvSpPr/>
            <p:nvPr/>
          </p:nvSpPr>
          <p:spPr>
            <a:xfrm>
              <a:off x="847634" y="3508264"/>
              <a:ext cx="82265" cy="192232"/>
            </a:xfrm>
            <a:custGeom>
              <a:avLst/>
              <a:gdLst/>
              <a:ahLst/>
              <a:cxnLst/>
              <a:rect l="l" t="t" r="r" b="b"/>
              <a:pathLst>
                <a:path w="4104" h="9590" extrusionOk="0">
                  <a:moveTo>
                    <a:pt x="3161" y="0"/>
                  </a:moveTo>
                  <a:cubicBezTo>
                    <a:pt x="3104" y="0"/>
                    <a:pt x="3045" y="27"/>
                    <a:pt x="3003" y="83"/>
                  </a:cubicBezTo>
                  <a:cubicBezTo>
                    <a:pt x="1" y="3852"/>
                    <a:pt x="2369" y="9590"/>
                    <a:pt x="2369" y="9590"/>
                  </a:cubicBezTo>
                  <a:cubicBezTo>
                    <a:pt x="4104" y="4086"/>
                    <a:pt x="3603" y="1117"/>
                    <a:pt x="3336" y="150"/>
                  </a:cubicBezTo>
                  <a:cubicBezTo>
                    <a:pt x="3317" y="52"/>
                    <a:pt x="3241" y="0"/>
                    <a:pt x="3161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" name="Google Shape;2162;p64">
              <a:extLst>
                <a:ext uri="{FF2B5EF4-FFF2-40B4-BE49-F238E27FC236}">
                  <a16:creationId xmlns:a16="http://schemas.microsoft.com/office/drawing/2014/main" id="{E270D930-14E3-167A-89FD-766081696622}"/>
                </a:ext>
              </a:extLst>
            </p:cNvPr>
            <p:cNvSpPr/>
            <p:nvPr/>
          </p:nvSpPr>
          <p:spPr>
            <a:xfrm>
              <a:off x="892435" y="3550037"/>
              <a:ext cx="12067" cy="150458"/>
            </a:xfrm>
            <a:custGeom>
              <a:avLst/>
              <a:gdLst/>
              <a:ahLst/>
              <a:cxnLst/>
              <a:rect l="l" t="t" r="r" b="b"/>
              <a:pathLst>
                <a:path w="602" h="7506" extrusionOk="0">
                  <a:moveTo>
                    <a:pt x="568" y="0"/>
                  </a:moveTo>
                  <a:lnTo>
                    <a:pt x="568" y="0"/>
                  </a:lnTo>
                  <a:cubicBezTo>
                    <a:pt x="468" y="367"/>
                    <a:pt x="401" y="734"/>
                    <a:pt x="368" y="1101"/>
                  </a:cubicBezTo>
                  <a:cubicBezTo>
                    <a:pt x="301" y="1768"/>
                    <a:pt x="201" y="2702"/>
                    <a:pt x="134" y="3736"/>
                  </a:cubicBezTo>
                  <a:cubicBezTo>
                    <a:pt x="67" y="4770"/>
                    <a:pt x="34" y="5704"/>
                    <a:pt x="34" y="6405"/>
                  </a:cubicBezTo>
                  <a:cubicBezTo>
                    <a:pt x="1" y="6772"/>
                    <a:pt x="34" y="7139"/>
                    <a:pt x="101" y="7506"/>
                  </a:cubicBezTo>
                  <a:cubicBezTo>
                    <a:pt x="167" y="7139"/>
                    <a:pt x="201" y="6772"/>
                    <a:pt x="201" y="6405"/>
                  </a:cubicBezTo>
                  <a:cubicBezTo>
                    <a:pt x="234" y="5638"/>
                    <a:pt x="301" y="4737"/>
                    <a:pt x="368" y="3736"/>
                  </a:cubicBezTo>
                  <a:cubicBezTo>
                    <a:pt x="434" y="2769"/>
                    <a:pt x="501" y="1868"/>
                    <a:pt x="534" y="1101"/>
                  </a:cubicBezTo>
                  <a:cubicBezTo>
                    <a:pt x="601" y="734"/>
                    <a:pt x="601" y="367"/>
                    <a:pt x="56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" name="Google Shape;2163;p64">
              <a:extLst>
                <a:ext uri="{FF2B5EF4-FFF2-40B4-BE49-F238E27FC236}">
                  <a16:creationId xmlns:a16="http://schemas.microsoft.com/office/drawing/2014/main" id="{0744E73F-EF0D-AB6B-5B67-D59DFCC3CED1}"/>
                </a:ext>
              </a:extLst>
            </p:cNvPr>
            <p:cNvSpPr/>
            <p:nvPr/>
          </p:nvSpPr>
          <p:spPr>
            <a:xfrm>
              <a:off x="847634" y="3508264"/>
              <a:ext cx="82265" cy="192232"/>
            </a:xfrm>
            <a:custGeom>
              <a:avLst/>
              <a:gdLst/>
              <a:ahLst/>
              <a:cxnLst/>
              <a:rect l="l" t="t" r="r" b="b"/>
              <a:pathLst>
                <a:path w="4104" h="9590" extrusionOk="0">
                  <a:moveTo>
                    <a:pt x="3161" y="0"/>
                  </a:moveTo>
                  <a:cubicBezTo>
                    <a:pt x="3104" y="0"/>
                    <a:pt x="3045" y="27"/>
                    <a:pt x="3003" y="83"/>
                  </a:cubicBezTo>
                  <a:cubicBezTo>
                    <a:pt x="1" y="3852"/>
                    <a:pt x="2369" y="9590"/>
                    <a:pt x="2369" y="9590"/>
                  </a:cubicBezTo>
                  <a:cubicBezTo>
                    <a:pt x="4104" y="4086"/>
                    <a:pt x="3603" y="1117"/>
                    <a:pt x="3336" y="150"/>
                  </a:cubicBezTo>
                  <a:cubicBezTo>
                    <a:pt x="3317" y="52"/>
                    <a:pt x="3241" y="0"/>
                    <a:pt x="316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" name="Google Shape;2164;p64">
              <a:extLst>
                <a:ext uri="{FF2B5EF4-FFF2-40B4-BE49-F238E27FC236}">
                  <a16:creationId xmlns:a16="http://schemas.microsoft.com/office/drawing/2014/main" id="{88B8FE62-37EB-4C7E-FF3B-57F62EFD38E1}"/>
                </a:ext>
              </a:extLst>
            </p:cNvPr>
            <p:cNvSpPr/>
            <p:nvPr/>
          </p:nvSpPr>
          <p:spPr>
            <a:xfrm>
              <a:off x="1004767" y="3787751"/>
              <a:ext cx="82265" cy="190227"/>
            </a:xfrm>
            <a:custGeom>
              <a:avLst/>
              <a:gdLst/>
              <a:ahLst/>
              <a:cxnLst/>
              <a:rect l="l" t="t" r="r" b="b"/>
              <a:pathLst>
                <a:path w="4104" h="9490" extrusionOk="0">
                  <a:moveTo>
                    <a:pt x="3474" y="1"/>
                  </a:moveTo>
                  <a:cubicBezTo>
                    <a:pt x="3410" y="1"/>
                    <a:pt x="3345" y="27"/>
                    <a:pt x="3303" y="83"/>
                  </a:cubicBezTo>
                  <a:cubicBezTo>
                    <a:pt x="1" y="3586"/>
                    <a:pt x="1935" y="9490"/>
                    <a:pt x="1935" y="9490"/>
                  </a:cubicBezTo>
                  <a:cubicBezTo>
                    <a:pt x="4104" y="4119"/>
                    <a:pt x="3837" y="1151"/>
                    <a:pt x="3670" y="150"/>
                  </a:cubicBezTo>
                  <a:cubicBezTo>
                    <a:pt x="3650" y="53"/>
                    <a:pt x="3563" y="1"/>
                    <a:pt x="3474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5" name="Google Shape;2165;p64">
              <a:extLst>
                <a:ext uri="{FF2B5EF4-FFF2-40B4-BE49-F238E27FC236}">
                  <a16:creationId xmlns:a16="http://schemas.microsoft.com/office/drawing/2014/main" id="{0620D5E8-5E27-680B-3AF4-1BB8F94DEE35}"/>
                </a:ext>
              </a:extLst>
            </p:cNvPr>
            <p:cNvSpPr/>
            <p:nvPr/>
          </p:nvSpPr>
          <p:spPr>
            <a:xfrm>
              <a:off x="1041550" y="3828863"/>
              <a:ext cx="22751" cy="148453"/>
            </a:xfrm>
            <a:custGeom>
              <a:avLst/>
              <a:gdLst/>
              <a:ahLst/>
              <a:cxnLst/>
              <a:rect l="l" t="t" r="r" b="b"/>
              <a:pathLst>
                <a:path w="1135" h="7406" extrusionOk="0">
                  <a:moveTo>
                    <a:pt x="1134" y="0"/>
                  </a:moveTo>
                  <a:lnTo>
                    <a:pt x="1134" y="0"/>
                  </a:lnTo>
                  <a:cubicBezTo>
                    <a:pt x="1001" y="334"/>
                    <a:pt x="901" y="701"/>
                    <a:pt x="868" y="1068"/>
                  </a:cubicBezTo>
                  <a:cubicBezTo>
                    <a:pt x="701" y="1735"/>
                    <a:pt x="534" y="2669"/>
                    <a:pt x="401" y="3670"/>
                  </a:cubicBezTo>
                  <a:cubicBezTo>
                    <a:pt x="234" y="4704"/>
                    <a:pt x="134" y="5638"/>
                    <a:pt x="67" y="6305"/>
                  </a:cubicBezTo>
                  <a:cubicBezTo>
                    <a:pt x="0" y="6672"/>
                    <a:pt x="0" y="7072"/>
                    <a:pt x="67" y="7406"/>
                  </a:cubicBezTo>
                  <a:cubicBezTo>
                    <a:pt x="167" y="7072"/>
                    <a:pt x="234" y="6705"/>
                    <a:pt x="234" y="6338"/>
                  </a:cubicBezTo>
                  <a:lnTo>
                    <a:pt x="634" y="3703"/>
                  </a:lnTo>
                  <a:cubicBezTo>
                    <a:pt x="801" y="2735"/>
                    <a:pt x="934" y="1835"/>
                    <a:pt x="1068" y="1101"/>
                  </a:cubicBezTo>
                  <a:cubicBezTo>
                    <a:pt x="1134" y="734"/>
                    <a:pt x="1134" y="367"/>
                    <a:pt x="113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6" name="Google Shape;2166;p64">
              <a:extLst>
                <a:ext uri="{FF2B5EF4-FFF2-40B4-BE49-F238E27FC236}">
                  <a16:creationId xmlns:a16="http://schemas.microsoft.com/office/drawing/2014/main" id="{133A614C-93C1-7FF4-FD30-9EDECC94FA70}"/>
                </a:ext>
              </a:extLst>
            </p:cNvPr>
            <p:cNvSpPr/>
            <p:nvPr/>
          </p:nvSpPr>
          <p:spPr>
            <a:xfrm>
              <a:off x="1004767" y="3787751"/>
              <a:ext cx="82265" cy="190227"/>
            </a:xfrm>
            <a:custGeom>
              <a:avLst/>
              <a:gdLst/>
              <a:ahLst/>
              <a:cxnLst/>
              <a:rect l="l" t="t" r="r" b="b"/>
              <a:pathLst>
                <a:path w="4104" h="9490" extrusionOk="0">
                  <a:moveTo>
                    <a:pt x="3474" y="1"/>
                  </a:moveTo>
                  <a:cubicBezTo>
                    <a:pt x="3410" y="1"/>
                    <a:pt x="3345" y="27"/>
                    <a:pt x="3303" y="83"/>
                  </a:cubicBezTo>
                  <a:cubicBezTo>
                    <a:pt x="1" y="3586"/>
                    <a:pt x="1935" y="9490"/>
                    <a:pt x="1935" y="9490"/>
                  </a:cubicBezTo>
                  <a:cubicBezTo>
                    <a:pt x="4104" y="4119"/>
                    <a:pt x="3837" y="1151"/>
                    <a:pt x="3670" y="150"/>
                  </a:cubicBezTo>
                  <a:cubicBezTo>
                    <a:pt x="3650" y="53"/>
                    <a:pt x="3563" y="1"/>
                    <a:pt x="347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7" name="Google Shape;2167;p64">
              <a:extLst>
                <a:ext uri="{FF2B5EF4-FFF2-40B4-BE49-F238E27FC236}">
                  <a16:creationId xmlns:a16="http://schemas.microsoft.com/office/drawing/2014/main" id="{0FF52CDB-B642-2BEA-7612-FF438D6F2272}"/>
                </a:ext>
              </a:extLst>
            </p:cNvPr>
            <p:cNvSpPr/>
            <p:nvPr/>
          </p:nvSpPr>
          <p:spPr>
            <a:xfrm>
              <a:off x="731955" y="3388996"/>
              <a:ext cx="102330" cy="171084"/>
            </a:xfrm>
            <a:custGeom>
              <a:avLst/>
              <a:gdLst/>
              <a:ahLst/>
              <a:cxnLst/>
              <a:rect l="l" t="t" r="r" b="b"/>
              <a:pathLst>
                <a:path w="5105" h="8535" extrusionOk="0">
                  <a:moveTo>
                    <a:pt x="727" y="0"/>
                  </a:moveTo>
                  <a:cubicBezTo>
                    <a:pt x="626" y="0"/>
                    <a:pt x="535" y="82"/>
                    <a:pt x="535" y="195"/>
                  </a:cubicBezTo>
                  <a:cubicBezTo>
                    <a:pt x="1" y="4965"/>
                    <a:pt x="5105" y="8535"/>
                    <a:pt x="5105" y="8535"/>
                  </a:cubicBezTo>
                  <a:cubicBezTo>
                    <a:pt x="3603" y="2931"/>
                    <a:pt x="1602" y="696"/>
                    <a:pt x="868" y="62"/>
                  </a:cubicBezTo>
                  <a:cubicBezTo>
                    <a:pt x="825" y="19"/>
                    <a:pt x="775" y="0"/>
                    <a:pt x="727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8" name="Google Shape;2168;p64">
              <a:extLst>
                <a:ext uri="{FF2B5EF4-FFF2-40B4-BE49-F238E27FC236}">
                  <a16:creationId xmlns:a16="http://schemas.microsoft.com/office/drawing/2014/main" id="{344167DB-A66C-7637-4937-72A9ACE2D7A7}"/>
                </a:ext>
              </a:extLst>
            </p:cNvPr>
            <p:cNvSpPr/>
            <p:nvPr/>
          </p:nvSpPr>
          <p:spPr>
            <a:xfrm>
              <a:off x="731955" y="3388996"/>
              <a:ext cx="102330" cy="171084"/>
            </a:xfrm>
            <a:custGeom>
              <a:avLst/>
              <a:gdLst/>
              <a:ahLst/>
              <a:cxnLst/>
              <a:rect l="l" t="t" r="r" b="b"/>
              <a:pathLst>
                <a:path w="5105" h="8535" extrusionOk="0">
                  <a:moveTo>
                    <a:pt x="727" y="0"/>
                  </a:moveTo>
                  <a:cubicBezTo>
                    <a:pt x="626" y="0"/>
                    <a:pt x="535" y="82"/>
                    <a:pt x="535" y="195"/>
                  </a:cubicBezTo>
                  <a:cubicBezTo>
                    <a:pt x="1" y="4965"/>
                    <a:pt x="5105" y="8535"/>
                    <a:pt x="5105" y="8535"/>
                  </a:cubicBezTo>
                  <a:cubicBezTo>
                    <a:pt x="3603" y="2931"/>
                    <a:pt x="1602" y="696"/>
                    <a:pt x="868" y="62"/>
                  </a:cubicBezTo>
                  <a:cubicBezTo>
                    <a:pt x="825" y="19"/>
                    <a:pt x="775" y="0"/>
                    <a:pt x="72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9" name="Google Shape;2169;p64">
              <a:extLst>
                <a:ext uri="{FF2B5EF4-FFF2-40B4-BE49-F238E27FC236}">
                  <a16:creationId xmlns:a16="http://schemas.microsoft.com/office/drawing/2014/main" id="{6D010F05-CBD9-FBC9-0B2B-7C3CC96990C5}"/>
                </a:ext>
              </a:extLst>
            </p:cNvPr>
            <p:cNvSpPr/>
            <p:nvPr/>
          </p:nvSpPr>
          <p:spPr>
            <a:xfrm>
              <a:off x="760719" y="3428344"/>
              <a:ext cx="72222" cy="131736"/>
            </a:xfrm>
            <a:custGeom>
              <a:avLst/>
              <a:gdLst/>
              <a:ahLst/>
              <a:cxnLst/>
              <a:rect l="l" t="t" r="r" b="b"/>
              <a:pathLst>
                <a:path w="3603" h="6572" extrusionOk="0">
                  <a:moveTo>
                    <a:pt x="0" y="0"/>
                  </a:moveTo>
                  <a:lnTo>
                    <a:pt x="0" y="0"/>
                  </a:lnTo>
                  <a:cubicBezTo>
                    <a:pt x="100" y="334"/>
                    <a:pt x="234" y="701"/>
                    <a:pt x="434" y="1001"/>
                  </a:cubicBezTo>
                  <a:cubicBezTo>
                    <a:pt x="734" y="1635"/>
                    <a:pt x="1134" y="2469"/>
                    <a:pt x="1635" y="3369"/>
                  </a:cubicBezTo>
                  <a:cubicBezTo>
                    <a:pt x="2135" y="4303"/>
                    <a:pt x="2602" y="5104"/>
                    <a:pt x="2969" y="5671"/>
                  </a:cubicBezTo>
                  <a:cubicBezTo>
                    <a:pt x="3136" y="6005"/>
                    <a:pt x="3369" y="6305"/>
                    <a:pt x="3603" y="6572"/>
                  </a:cubicBezTo>
                  <a:cubicBezTo>
                    <a:pt x="3469" y="6238"/>
                    <a:pt x="3303" y="5904"/>
                    <a:pt x="3102" y="5604"/>
                  </a:cubicBezTo>
                  <a:cubicBezTo>
                    <a:pt x="2736" y="4937"/>
                    <a:pt x="2302" y="4137"/>
                    <a:pt x="1868" y="3269"/>
                  </a:cubicBezTo>
                  <a:lnTo>
                    <a:pt x="601" y="934"/>
                  </a:lnTo>
                  <a:cubicBezTo>
                    <a:pt x="434" y="601"/>
                    <a:pt x="234" y="267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0" name="Google Shape;2170;p64">
              <a:extLst>
                <a:ext uri="{FF2B5EF4-FFF2-40B4-BE49-F238E27FC236}">
                  <a16:creationId xmlns:a16="http://schemas.microsoft.com/office/drawing/2014/main" id="{857CBC78-9E5D-9638-B6A0-41F51DC2F3D8}"/>
                </a:ext>
              </a:extLst>
            </p:cNvPr>
            <p:cNvSpPr/>
            <p:nvPr/>
          </p:nvSpPr>
          <p:spPr>
            <a:xfrm>
              <a:off x="845169" y="3744975"/>
              <a:ext cx="157614" cy="115319"/>
            </a:xfrm>
            <a:custGeom>
              <a:avLst/>
              <a:gdLst/>
              <a:ahLst/>
              <a:cxnLst/>
              <a:rect l="l" t="t" r="r" b="b"/>
              <a:pathLst>
                <a:path w="7863" h="5753" extrusionOk="0">
                  <a:moveTo>
                    <a:pt x="227" y="0"/>
                  </a:moveTo>
                  <a:cubicBezTo>
                    <a:pt x="111" y="0"/>
                    <a:pt x="1" y="141"/>
                    <a:pt x="57" y="282"/>
                  </a:cubicBezTo>
                  <a:cubicBezTo>
                    <a:pt x="1691" y="4786"/>
                    <a:pt x="7863" y="5753"/>
                    <a:pt x="7863" y="5753"/>
                  </a:cubicBezTo>
                  <a:cubicBezTo>
                    <a:pt x="4026" y="1383"/>
                    <a:pt x="1258" y="282"/>
                    <a:pt x="290" y="16"/>
                  </a:cubicBezTo>
                  <a:cubicBezTo>
                    <a:pt x="270" y="5"/>
                    <a:pt x="248" y="0"/>
                    <a:pt x="227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1" name="Google Shape;2171;p64">
              <a:extLst>
                <a:ext uri="{FF2B5EF4-FFF2-40B4-BE49-F238E27FC236}">
                  <a16:creationId xmlns:a16="http://schemas.microsoft.com/office/drawing/2014/main" id="{75492D37-9142-E81B-131F-E1DEFEAA2EC5}"/>
                </a:ext>
              </a:extLst>
            </p:cNvPr>
            <p:cNvSpPr/>
            <p:nvPr/>
          </p:nvSpPr>
          <p:spPr>
            <a:xfrm>
              <a:off x="845169" y="3744975"/>
              <a:ext cx="157614" cy="115319"/>
            </a:xfrm>
            <a:custGeom>
              <a:avLst/>
              <a:gdLst/>
              <a:ahLst/>
              <a:cxnLst/>
              <a:rect l="l" t="t" r="r" b="b"/>
              <a:pathLst>
                <a:path w="7863" h="5753" extrusionOk="0">
                  <a:moveTo>
                    <a:pt x="227" y="0"/>
                  </a:moveTo>
                  <a:cubicBezTo>
                    <a:pt x="111" y="0"/>
                    <a:pt x="1" y="141"/>
                    <a:pt x="57" y="282"/>
                  </a:cubicBezTo>
                  <a:cubicBezTo>
                    <a:pt x="1691" y="4786"/>
                    <a:pt x="7863" y="5753"/>
                    <a:pt x="7863" y="5753"/>
                  </a:cubicBezTo>
                  <a:cubicBezTo>
                    <a:pt x="4026" y="1383"/>
                    <a:pt x="1258" y="282"/>
                    <a:pt x="290" y="16"/>
                  </a:cubicBezTo>
                  <a:cubicBezTo>
                    <a:pt x="270" y="5"/>
                    <a:pt x="248" y="0"/>
                    <a:pt x="22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2" name="Google Shape;2172;p64">
              <a:extLst>
                <a:ext uri="{FF2B5EF4-FFF2-40B4-BE49-F238E27FC236}">
                  <a16:creationId xmlns:a16="http://schemas.microsoft.com/office/drawing/2014/main" id="{8D53183A-90DD-099B-A960-DC297922A990}"/>
                </a:ext>
              </a:extLst>
            </p:cNvPr>
            <p:cNvSpPr/>
            <p:nvPr/>
          </p:nvSpPr>
          <p:spPr>
            <a:xfrm>
              <a:off x="878403" y="3774702"/>
              <a:ext cx="123036" cy="86274"/>
            </a:xfrm>
            <a:custGeom>
              <a:avLst/>
              <a:gdLst/>
              <a:ahLst/>
              <a:cxnLst/>
              <a:rect l="l" t="t" r="r" b="b"/>
              <a:pathLst>
                <a:path w="6138" h="4304" extrusionOk="0">
                  <a:moveTo>
                    <a:pt x="0" y="0"/>
                  </a:moveTo>
                  <a:lnTo>
                    <a:pt x="0" y="0"/>
                  </a:lnTo>
                  <a:cubicBezTo>
                    <a:pt x="234" y="267"/>
                    <a:pt x="534" y="501"/>
                    <a:pt x="834" y="734"/>
                  </a:cubicBezTo>
                  <a:cubicBezTo>
                    <a:pt x="1368" y="1134"/>
                    <a:pt x="2102" y="1701"/>
                    <a:pt x="2969" y="2302"/>
                  </a:cubicBezTo>
                  <a:cubicBezTo>
                    <a:pt x="3803" y="2936"/>
                    <a:pt x="4570" y="3436"/>
                    <a:pt x="5170" y="3803"/>
                  </a:cubicBezTo>
                  <a:cubicBezTo>
                    <a:pt x="5471" y="4003"/>
                    <a:pt x="5804" y="4170"/>
                    <a:pt x="6138" y="4303"/>
                  </a:cubicBezTo>
                  <a:cubicBezTo>
                    <a:pt x="5871" y="4070"/>
                    <a:pt x="5571" y="3836"/>
                    <a:pt x="5237" y="3670"/>
                  </a:cubicBezTo>
                  <a:cubicBezTo>
                    <a:pt x="4637" y="3203"/>
                    <a:pt x="3903" y="2702"/>
                    <a:pt x="3102" y="2135"/>
                  </a:cubicBezTo>
                  <a:lnTo>
                    <a:pt x="934" y="601"/>
                  </a:lnTo>
                  <a:cubicBezTo>
                    <a:pt x="634" y="367"/>
                    <a:pt x="334" y="167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73" name="Google Shape;2173;p64">
            <a:extLst>
              <a:ext uri="{FF2B5EF4-FFF2-40B4-BE49-F238E27FC236}">
                <a16:creationId xmlns:a16="http://schemas.microsoft.com/office/drawing/2014/main" id="{DC1ED704-48A2-34CD-0937-65253E9B98AA}"/>
              </a:ext>
            </a:extLst>
          </p:cNvPr>
          <p:cNvGrpSpPr/>
          <p:nvPr/>
        </p:nvGrpSpPr>
        <p:grpSpPr>
          <a:xfrm flipH="1">
            <a:off x="634230" y="4224885"/>
            <a:ext cx="551967" cy="915573"/>
            <a:chOff x="731955" y="3388996"/>
            <a:chExt cx="355077" cy="588982"/>
          </a:xfrm>
        </p:grpSpPr>
        <p:sp>
          <p:nvSpPr>
            <p:cNvPr id="2174" name="Google Shape;2174;p64">
              <a:extLst>
                <a:ext uri="{FF2B5EF4-FFF2-40B4-BE49-F238E27FC236}">
                  <a16:creationId xmlns:a16="http://schemas.microsoft.com/office/drawing/2014/main" id="{35C80C33-1CF8-9BFA-E716-387BDDD584F5}"/>
                </a:ext>
              </a:extLst>
            </p:cNvPr>
            <p:cNvSpPr/>
            <p:nvPr/>
          </p:nvSpPr>
          <p:spPr>
            <a:xfrm>
              <a:off x="828251" y="3419645"/>
              <a:ext cx="215323" cy="555667"/>
            </a:xfrm>
            <a:custGeom>
              <a:avLst/>
              <a:gdLst/>
              <a:ahLst/>
              <a:cxnLst/>
              <a:rect l="l" t="t" r="r" b="b"/>
              <a:pathLst>
                <a:path w="10742" h="27721" extrusionOk="0">
                  <a:moveTo>
                    <a:pt x="0" y="1"/>
                  </a:moveTo>
                  <a:lnTo>
                    <a:pt x="0" y="434"/>
                  </a:lnTo>
                  <a:cubicBezTo>
                    <a:pt x="0" y="801"/>
                    <a:pt x="34" y="1302"/>
                    <a:pt x="67" y="1935"/>
                  </a:cubicBezTo>
                  <a:cubicBezTo>
                    <a:pt x="134" y="3236"/>
                    <a:pt x="234" y="5104"/>
                    <a:pt x="334" y="7306"/>
                  </a:cubicBezTo>
                  <a:cubicBezTo>
                    <a:pt x="768" y="9574"/>
                    <a:pt x="1902" y="12076"/>
                    <a:pt x="3436" y="14478"/>
                  </a:cubicBezTo>
                  <a:cubicBezTo>
                    <a:pt x="4570" y="16279"/>
                    <a:pt x="5738" y="17880"/>
                    <a:pt x="6772" y="19381"/>
                  </a:cubicBezTo>
                  <a:cubicBezTo>
                    <a:pt x="7706" y="20715"/>
                    <a:pt x="8540" y="22083"/>
                    <a:pt x="9274" y="23517"/>
                  </a:cubicBezTo>
                  <a:cubicBezTo>
                    <a:pt x="9741" y="24485"/>
                    <a:pt x="10141" y="25519"/>
                    <a:pt x="10441" y="26553"/>
                  </a:cubicBezTo>
                  <a:cubicBezTo>
                    <a:pt x="10541" y="26920"/>
                    <a:pt x="10608" y="27220"/>
                    <a:pt x="10641" y="27420"/>
                  </a:cubicBezTo>
                  <a:cubicBezTo>
                    <a:pt x="10675" y="27520"/>
                    <a:pt x="10708" y="27620"/>
                    <a:pt x="10741" y="27720"/>
                  </a:cubicBezTo>
                  <a:cubicBezTo>
                    <a:pt x="10741" y="27620"/>
                    <a:pt x="10708" y="27520"/>
                    <a:pt x="10708" y="27420"/>
                  </a:cubicBezTo>
                  <a:cubicBezTo>
                    <a:pt x="10675" y="27220"/>
                    <a:pt x="10608" y="26920"/>
                    <a:pt x="10541" y="26553"/>
                  </a:cubicBezTo>
                  <a:cubicBezTo>
                    <a:pt x="10274" y="25486"/>
                    <a:pt x="9907" y="24451"/>
                    <a:pt x="9407" y="23451"/>
                  </a:cubicBezTo>
                  <a:cubicBezTo>
                    <a:pt x="8707" y="22016"/>
                    <a:pt x="7873" y="20615"/>
                    <a:pt x="6939" y="19281"/>
                  </a:cubicBezTo>
                  <a:cubicBezTo>
                    <a:pt x="5938" y="17747"/>
                    <a:pt x="4770" y="16145"/>
                    <a:pt x="3603" y="14378"/>
                  </a:cubicBezTo>
                  <a:cubicBezTo>
                    <a:pt x="2068" y="11942"/>
                    <a:pt x="934" y="9507"/>
                    <a:pt x="534" y="7272"/>
                  </a:cubicBezTo>
                  <a:cubicBezTo>
                    <a:pt x="367" y="5071"/>
                    <a:pt x="234" y="3203"/>
                    <a:pt x="134" y="1902"/>
                  </a:cubicBezTo>
                  <a:cubicBezTo>
                    <a:pt x="100" y="1268"/>
                    <a:pt x="67" y="768"/>
                    <a:pt x="34" y="401"/>
                  </a:cubicBezTo>
                  <a:cubicBezTo>
                    <a:pt x="34" y="234"/>
                    <a:pt x="0" y="101"/>
                    <a:pt x="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5" name="Google Shape;2175;p64">
              <a:extLst>
                <a:ext uri="{FF2B5EF4-FFF2-40B4-BE49-F238E27FC236}">
                  <a16:creationId xmlns:a16="http://schemas.microsoft.com/office/drawing/2014/main" id="{738AEA0B-654F-FBBC-C539-3366AE8E3106}"/>
                </a:ext>
              </a:extLst>
            </p:cNvPr>
            <p:cNvSpPr/>
            <p:nvPr/>
          </p:nvSpPr>
          <p:spPr>
            <a:xfrm>
              <a:off x="847634" y="3508264"/>
              <a:ext cx="82265" cy="192232"/>
            </a:xfrm>
            <a:custGeom>
              <a:avLst/>
              <a:gdLst/>
              <a:ahLst/>
              <a:cxnLst/>
              <a:rect l="l" t="t" r="r" b="b"/>
              <a:pathLst>
                <a:path w="4104" h="9590" extrusionOk="0">
                  <a:moveTo>
                    <a:pt x="3161" y="0"/>
                  </a:moveTo>
                  <a:cubicBezTo>
                    <a:pt x="3104" y="0"/>
                    <a:pt x="3045" y="27"/>
                    <a:pt x="3003" y="83"/>
                  </a:cubicBezTo>
                  <a:cubicBezTo>
                    <a:pt x="1" y="3852"/>
                    <a:pt x="2369" y="9590"/>
                    <a:pt x="2369" y="9590"/>
                  </a:cubicBezTo>
                  <a:cubicBezTo>
                    <a:pt x="4104" y="4086"/>
                    <a:pt x="3603" y="1117"/>
                    <a:pt x="3336" y="150"/>
                  </a:cubicBezTo>
                  <a:cubicBezTo>
                    <a:pt x="3317" y="52"/>
                    <a:pt x="3241" y="0"/>
                    <a:pt x="3161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6" name="Google Shape;2176;p64">
              <a:extLst>
                <a:ext uri="{FF2B5EF4-FFF2-40B4-BE49-F238E27FC236}">
                  <a16:creationId xmlns:a16="http://schemas.microsoft.com/office/drawing/2014/main" id="{1F0DF394-6BCC-806E-075B-3319593025E0}"/>
                </a:ext>
              </a:extLst>
            </p:cNvPr>
            <p:cNvSpPr/>
            <p:nvPr/>
          </p:nvSpPr>
          <p:spPr>
            <a:xfrm>
              <a:off x="892435" y="3550037"/>
              <a:ext cx="12067" cy="150458"/>
            </a:xfrm>
            <a:custGeom>
              <a:avLst/>
              <a:gdLst/>
              <a:ahLst/>
              <a:cxnLst/>
              <a:rect l="l" t="t" r="r" b="b"/>
              <a:pathLst>
                <a:path w="602" h="7506" extrusionOk="0">
                  <a:moveTo>
                    <a:pt x="568" y="0"/>
                  </a:moveTo>
                  <a:lnTo>
                    <a:pt x="568" y="0"/>
                  </a:lnTo>
                  <a:cubicBezTo>
                    <a:pt x="468" y="367"/>
                    <a:pt x="401" y="734"/>
                    <a:pt x="368" y="1101"/>
                  </a:cubicBezTo>
                  <a:cubicBezTo>
                    <a:pt x="301" y="1768"/>
                    <a:pt x="201" y="2702"/>
                    <a:pt x="134" y="3736"/>
                  </a:cubicBezTo>
                  <a:cubicBezTo>
                    <a:pt x="67" y="4770"/>
                    <a:pt x="34" y="5704"/>
                    <a:pt x="34" y="6405"/>
                  </a:cubicBezTo>
                  <a:cubicBezTo>
                    <a:pt x="1" y="6772"/>
                    <a:pt x="34" y="7139"/>
                    <a:pt x="101" y="7506"/>
                  </a:cubicBezTo>
                  <a:cubicBezTo>
                    <a:pt x="167" y="7139"/>
                    <a:pt x="201" y="6772"/>
                    <a:pt x="201" y="6405"/>
                  </a:cubicBezTo>
                  <a:cubicBezTo>
                    <a:pt x="234" y="5638"/>
                    <a:pt x="301" y="4737"/>
                    <a:pt x="368" y="3736"/>
                  </a:cubicBezTo>
                  <a:cubicBezTo>
                    <a:pt x="434" y="2769"/>
                    <a:pt x="501" y="1868"/>
                    <a:pt x="534" y="1101"/>
                  </a:cubicBezTo>
                  <a:cubicBezTo>
                    <a:pt x="601" y="734"/>
                    <a:pt x="601" y="367"/>
                    <a:pt x="56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7" name="Google Shape;2177;p64">
              <a:extLst>
                <a:ext uri="{FF2B5EF4-FFF2-40B4-BE49-F238E27FC236}">
                  <a16:creationId xmlns:a16="http://schemas.microsoft.com/office/drawing/2014/main" id="{C3DE1F91-5B2A-DBE1-D327-CB248BCED646}"/>
                </a:ext>
              </a:extLst>
            </p:cNvPr>
            <p:cNvSpPr/>
            <p:nvPr/>
          </p:nvSpPr>
          <p:spPr>
            <a:xfrm>
              <a:off x="847634" y="3508264"/>
              <a:ext cx="82265" cy="192232"/>
            </a:xfrm>
            <a:custGeom>
              <a:avLst/>
              <a:gdLst/>
              <a:ahLst/>
              <a:cxnLst/>
              <a:rect l="l" t="t" r="r" b="b"/>
              <a:pathLst>
                <a:path w="4104" h="9590" extrusionOk="0">
                  <a:moveTo>
                    <a:pt x="3161" y="0"/>
                  </a:moveTo>
                  <a:cubicBezTo>
                    <a:pt x="3104" y="0"/>
                    <a:pt x="3045" y="27"/>
                    <a:pt x="3003" y="83"/>
                  </a:cubicBezTo>
                  <a:cubicBezTo>
                    <a:pt x="1" y="3852"/>
                    <a:pt x="2369" y="9590"/>
                    <a:pt x="2369" y="9590"/>
                  </a:cubicBezTo>
                  <a:cubicBezTo>
                    <a:pt x="4104" y="4086"/>
                    <a:pt x="3603" y="1117"/>
                    <a:pt x="3336" y="150"/>
                  </a:cubicBezTo>
                  <a:cubicBezTo>
                    <a:pt x="3317" y="52"/>
                    <a:pt x="3241" y="0"/>
                    <a:pt x="316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8" name="Google Shape;2178;p64">
              <a:extLst>
                <a:ext uri="{FF2B5EF4-FFF2-40B4-BE49-F238E27FC236}">
                  <a16:creationId xmlns:a16="http://schemas.microsoft.com/office/drawing/2014/main" id="{3E0FD7D1-D4CB-0C05-FD4C-C098741E3B1C}"/>
                </a:ext>
              </a:extLst>
            </p:cNvPr>
            <p:cNvSpPr/>
            <p:nvPr/>
          </p:nvSpPr>
          <p:spPr>
            <a:xfrm>
              <a:off x="1004767" y="3787751"/>
              <a:ext cx="82265" cy="190227"/>
            </a:xfrm>
            <a:custGeom>
              <a:avLst/>
              <a:gdLst/>
              <a:ahLst/>
              <a:cxnLst/>
              <a:rect l="l" t="t" r="r" b="b"/>
              <a:pathLst>
                <a:path w="4104" h="9490" extrusionOk="0">
                  <a:moveTo>
                    <a:pt x="3474" y="1"/>
                  </a:moveTo>
                  <a:cubicBezTo>
                    <a:pt x="3410" y="1"/>
                    <a:pt x="3345" y="27"/>
                    <a:pt x="3303" y="83"/>
                  </a:cubicBezTo>
                  <a:cubicBezTo>
                    <a:pt x="1" y="3586"/>
                    <a:pt x="1935" y="9490"/>
                    <a:pt x="1935" y="9490"/>
                  </a:cubicBezTo>
                  <a:cubicBezTo>
                    <a:pt x="4104" y="4119"/>
                    <a:pt x="3837" y="1151"/>
                    <a:pt x="3670" y="150"/>
                  </a:cubicBezTo>
                  <a:cubicBezTo>
                    <a:pt x="3650" y="53"/>
                    <a:pt x="3563" y="1"/>
                    <a:pt x="3474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9" name="Google Shape;2179;p64">
              <a:extLst>
                <a:ext uri="{FF2B5EF4-FFF2-40B4-BE49-F238E27FC236}">
                  <a16:creationId xmlns:a16="http://schemas.microsoft.com/office/drawing/2014/main" id="{18805EB0-44D9-04DB-8DBD-5AF5F40045E9}"/>
                </a:ext>
              </a:extLst>
            </p:cNvPr>
            <p:cNvSpPr/>
            <p:nvPr/>
          </p:nvSpPr>
          <p:spPr>
            <a:xfrm>
              <a:off x="1041550" y="3828863"/>
              <a:ext cx="22751" cy="148453"/>
            </a:xfrm>
            <a:custGeom>
              <a:avLst/>
              <a:gdLst/>
              <a:ahLst/>
              <a:cxnLst/>
              <a:rect l="l" t="t" r="r" b="b"/>
              <a:pathLst>
                <a:path w="1135" h="7406" extrusionOk="0">
                  <a:moveTo>
                    <a:pt x="1134" y="0"/>
                  </a:moveTo>
                  <a:lnTo>
                    <a:pt x="1134" y="0"/>
                  </a:lnTo>
                  <a:cubicBezTo>
                    <a:pt x="1001" y="334"/>
                    <a:pt x="901" y="701"/>
                    <a:pt x="868" y="1068"/>
                  </a:cubicBezTo>
                  <a:cubicBezTo>
                    <a:pt x="701" y="1735"/>
                    <a:pt x="534" y="2669"/>
                    <a:pt x="401" y="3670"/>
                  </a:cubicBezTo>
                  <a:cubicBezTo>
                    <a:pt x="234" y="4704"/>
                    <a:pt x="134" y="5638"/>
                    <a:pt x="67" y="6305"/>
                  </a:cubicBezTo>
                  <a:cubicBezTo>
                    <a:pt x="0" y="6672"/>
                    <a:pt x="0" y="7072"/>
                    <a:pt x="67" y="7406"/>
                  </a:cubicBezTo>
                  <a:cubicBezTo>
                    <a:pt x="167" y="7072"/>
                    <a:pt x="234" y="6705"/>
                    <a:pt x="234" y="6338"/>
                  </a:cubicBezTo>
                  <a:lnTo>
                    <a:pt x="634" y="3703"/>
                  </a:lnTo>
                  <a:cubicBezTo>
                    <a:pt x="801" y="2735"/>
                    <a:pt x="934" y="1835"/>
                    <a:pt x="1068" y="1101"/>
                  </a:cubicBezTo>
                  <a:cubicBezTo>
                    <a:pt x="1134" y="734"/>
                    <a:pt x="1134" y="367"/>
                    <a:pt x="113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0" name="Google Shape;2180;p64">
              <a:extLst>
                <a:ext uri="{FF2B5EF4-FFF2-40B4-BE49-F238E27FC236}">
                  <a16:creationId xmlns:a16="http://schemas.microsoft.com/office/drawing/2014/main" id="{406236F1-BE7F-B2CB-4ABB-051FF4082477}"/>
                </a:ext>
              </a:extLst>
            </p:cNvPr>
            <p:cNvSpPr/>
            <p:nvPr/>
          </p:nvSpPr>
          <p:spPr>
            <a:xfrm>
              <a:off x="1004767" y="3787751"/>
              <a:ext cx="82265" cy="190227"/>
            </a:xfrm>
            <a:custGeom>
              <a:avLst/>
              <a:gdLst/>
              <a:ahLst/>
              <a:cxnLst/>
              <a:rect l="l" t="t" r="r" b="b"/>
              <a:pathLst>
                <a:path w="4104" h="9490" extrusionOk="0">
                  <a:moveTo>
                    <a:pt x="3474" y="1"/>
                  </a:moveTo>
                  <a:cubicBezTo>
                    <a:pt x="3410" y="1"/>
                    <a:pt x="3345" y="27"/>
                    <a:pt x="3303" y="83"/>
                  </a:cubicBezTo>
                  <a:cubicBezTo>
                    <a:pt x="1" y="3586"/>
                    <a:pt x="1935" y="9490"/>
                    <a:pt x="1935" y="9490"/>
                  </a:cubicBezTo>
                  <a:cubicBezTo>
                    <a:pt x="4104" y="4119"/>
                    <a:pt x="3837" y="1151"/>
                    <a:pt x="3670" y="150"/>
                  </a:cubicBezTo>
                  <a:cubicBezTo>
                    <a:pt x="3650" y="53"/>
                    <a:pt x="3563" y="1"/>
                    <a:pt x="347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1" name="Google Shape;2181;p64">
              <a:extLst>
                <a:ext uri="{FF2B5EF4-FFF2-40B4-BE49-F238E27FC236}">
                  <a16:creationId xmlns:a16="http://schemas.microsoft.com/office/drawing/2014/main" id="{037FD6A3-9927-43B8-E117-CC136B3565A3}"/>
                </a:ext>
              </a:extLst>
            </p:cNvPr>
            <p:cNvSpPr/>
            <p:nvPr/>
          </p:nvSpPr>
          <p:spPr>
            <a:xfrm>
              <a:off x="731955" y="3388996"/>
              <a:ext cx="102330" cy="171084"/>
            </a:xfrm>
            <a:custGeom>
              <a:avLst/>
              <a:gdLst/>
              <a:ahLst/>
              <a:cxnLst/>
              <a:rect l="l" t="t" r="r" b="b"/>
              <a:pathLst>
                <a:path w="5105" h="8535" extrusionOk="0">
                  <a:moveTo>
                    <a:pt x="727" y="0"/>
                  </a:moveTo>
                  <a:cubicBezTo>
                    <a:pt x="626" y="0"/>
                    <a:pt x="535" y="82"/>
                    <a:pt x="535" y="195"/>
                  </a:cubicBezTo>
                  <a:cubicBezTo>
                    <a:pt x="1" y="4965"/>
                    <a:pt x="5105" y="8535"/>
                    <a:pt x="5105" y="8535"/>
                  </a:cubicBezTo>
                  <a:cubicBezTo>
                    <a:pt x="3603" y="2931"/>
                    <a:pt x="1602" y="696"/>
                    <a:pt x="868" y="62"/>
                  </a:cubicBezTo>
                  <a:cubicBezTo>
                    <a:pt x="825" y="19"/>
                    <a:pt x="775" y="0"/>
                    <a:pt x="727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2" name="Google Shape;2182;p64">
              <a:extLst>
                <a:ext uri="{FF2B5EF4-FFF2-40B4-BE49-F238E27FC236}">
                  <a16:creationId xmlns:a16="http://schemas.microsoft.com/office/drawing/2014/main" id="{1836335D-254A-AC56-E46A-F1B03A012168}"/>
                </a:ext>
              </a:extLst>
            </p:cNvPr>
            <p:cNvSpPr/>
            <p:nvPr/>
          </p:nvSpPr>
          <p:spPr>
            <a:xfrm>
              <a:off x="731955" y="3388996"/>
              <a:ext cx="102330" cy="171084"/>
            </a:xfrm>
            <a:custGeom>
              <a:avLst/>
              <a:gdLst/>
              <a:ahLst/>
              <a:cxnLst/>
              <a:rect l="l" t="t" r="r" b="b"/>
              <a:pathLst>
                <a:path w="5105" h="8535" extrusionOk="0">
                  <a:moveTo>
                    <a:pt x="727" y="0"/>
                  </a:moveTo>
                  <a:cubicBezTo>
                    <a:pt x="626" y="0"/>
                    <a:pt x="535" y="82"/>
                    <a:pt x="535" y="195"/>
                  </a:cubicBezTo>
                  <a:cubicBezTo>
                    <a:pt x="1" y="4965"/>
                    <a:pt x="5105" y="8535"/>
                    <a:pt x="5105" y="8535"/>
                  </a:cubicBezTo>
                  <a:cubicBezTo>
                    <a:pt x="3603" y="2931"/>
                    <a:pt x="1602" y="696"/>
                    <a:pt x="868" y="62"/>
                  </a:cubicBezTo>
                  <a:cubicBezTo>
                    <a:pt x="825" y="19"/>
                    <a:pt x="775" y="0"/>
                    <a:pt x="72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3" name="Google Shape;2183;p64">
              <a:extLst>
                <a:ext uri="{FF2B5EF4-FFF2-40B4-BE49-F238E27FC236}">
                  <a16:creationId xmlns:a16="http://schemas.microsoft.com/office/drawing/2014/main" id="{A990C83B-571A-1851-8257-E8005CD734EB}"/>
                </a:ext>
              </a:extLst>
            </p:cNvPr>
            <p:cNvSpPr/>
            <p:nvPr/>
          </p:nvSpPr>
          <p:spPr>
            <a:xfrm>
              <a:off x="760719" y="3428344"/>
              <a:ext cx="72222" cy="131736"/>
            </a:xfrm>
            <a:custGeom>
              <a:avLst/>
              <a:gdLst/>
              <a:ahLst/>
              <a:cxnLst/>
              <a:rect l="l" t="t" r="r" b="b"/>
              <a:pathLst>
                <a:path w="3603" h="6572" extrusionOk="0">
                  <a:moveTo>
                    <a:pt x="0" y="0"/>
                  </a:moveTo>
                  <a:lnTo>
                    <a:pt x="0" y="0"/>
                  </a:lnTo>
                  <a:cubicBezTo>
                    <a:pt x="100" y="334"/>
                    <a:pt x="234" y="701"/>
                    <a:pt x="434" y="1001"/>
                  </a:cubicBezTo>
                  <a:cubicBezTo>
                    <a:pt x="734" y="1635"/>
                    <a:pt x="1134" y="2469"/>
                    <a:pt x="1635" y="3369"/>
                  </a:cubicBezTo>
                  <a:cubicBezTo>
                    <a:pt x="2135" y="4303"/>
                    <a:pt x="2602" y="5104"/>
                    <a:pt x="2969" y="5671"/>
                  </a:cubicBezTo>
                  <a:cubicBezTo>
                    <a:pt x="3136" y="6005"/>
                    <a:pt x="3369" y="6305"/>
                    <a:pt x="3603" y="6572"/>
                  </a:cubicBezTo>
                  <a:cubicBezTo>
                    <a:pt x="3469" y="6238"/>
                    <a:pt x="3303" y="5904"/>
                    <a:pt x="3102" y="5604"/>
                  </a:cubicBezTo>
                  <a:cubicBezTo>
                    <a:pt x="2736" y="4937"/>
                    <a:pt x="2302" y="4137"/>
                    <a:pt x="1868" y="3269"/>
                  </a:cubicBezTo>
                  <a:lnTo>
                    <a:pt x="601" y="934"/>
                  </a:lnTo>
                  <a:cubicBezTo>
                    <a:pt x="434" y="601"/>
                    <a:pt x="234" y="267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4" name="Google Shape;2184;p64">
              <a:extLst>
                <a:ext uri="{FF2B5EF4-FFF2-40B4-BE49-F238E27FC236}">
                  <a16:creationId xmlns:a16="http://schemas.microsoft.com/office/drawing/2014/main" id="{519EC049-9C32-5343-5C5F-9F69A9ADACA2}"/>
                </a:ext>
              </a:extLst>
            </p:cNvPr>
            <p:cNvSpPr/>
            <p:nvPr/>
          </p:nvSpPr>
          <p:spPr>
            <a:xfrm>
              <a:off x="845169" y="3744975"/>
              <a:ext cx="157614" cy="115319"/>
            </a:xfrm>
            <a:custGeom>
              <a:avLst/>
              <a:gdLst/>
              <a:ahLst/>
              <a:cxnLst/>
              <a:rect l="l" t="t" r="r" b="b"/>
              <a:pathLst>
                <a:path w="7863" h="5753" extrusionOk="0">
                  <a:moveTo>
                    <a:pt x="227" y="0"/>
                  </a:moveTo>
                  <a:cubicBezTo>
                    <a:pt x="111" y="0"/>
                    <a:pt x="1" y="141"/>
                    <a:pt x="57" y="282"/>
                  </a:cubicBezTo>
                  <a:cubicBezTo>
                    <a:pt x="1691" y="4786"/>
                    <a:pt x="7863" y="5753"/>
                    <a:pt x="7863" y="5753"/>
                  </a:cubicBezTo>
                  <a:cubicBezTo>
                    <a:pt x="4026" y="1383"/>
                    <a:pt x="1258" y="282"/>
                    <a:pt x="290" y="16"/>
                  </a:cubicBezTo>
                  <a:cubicBezTo>
                    <a:pt x="270" y="5"/>
                    <a:pt x="248" y="0"/>
                    <a:pt x="227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5" name="Google Shape;2185;p64">
              <a:extLst>
                <a:ext uri="{FF2B5EF4-FFF2-40B4-BE49-F238E27FC236}">
                  <a16:creationId xmlns:a16="http://schemas.microsoft.com/office/drawing/2014/main" id="{A7A3D416-EAE3-2D0C-0B8F-8F05EC70C08A}"/>
                </a:ext>
              </a:extLst>
            </p:cNvPr>
            <p:cNvSpPr/>
            <p:nvPr/>
          </p:nvSpPr>
          <p:spPr>
            <a:xfrm>
              <a:off x="845169" y="3744975"/>
              <a:ext cx="157614" cy="115319"/>
            </a:xfrm>
            <a:custGeom>
              <a:avLst/>
              <a:gdLst/>
              <a:ahLst/>
              <a:cxnLst/>
              <a:rect l="l" t="t" r="r" b="b"/>
              <a:pathLst>
                <a:path w="7863" h="5753" extrusionOk="0">
                  <a:moveTo>
                    <a:pt x="227" y="0"/>
                  </a:moveTo>
                  <a:cubicBezTo>
                    <a:pt x="111" y="0"/>
                    <a:pt x="1" y="141"/>
                    <a:pt x="57" y="282"/>
                  </a:cubicBezTo>
                  <a:cubicBezTo>
                    <a:pt x="1691" y="4786"/>
                    <a:pt x="7863" y="5753"/>
                    <a:pt x="7863" y="5753"/>
                  </a:cubicBezTo>
                  <a:cubicBezTo>
                    <a:pt x="4026" y="1383"/>
                    <a:pt x="1258" y="282"/>
                    <a:pt x="290" y="16"/>
                  </a:cubicBezTo>
                  <a:cubicBezTo>
                    <a:pt x="270" y="5"/>
                    <a:pt x="248" y="0"/>
                    <a:pt x="22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6" name="Google Shape;2186;p64">
              <a:extLst>
                <a:ext uri="{FF2B5EF4-FFF2-40B4-BE49-F238E27FC236}">
                  <a16:creationId xmlns:a16="http://schemas.microsoft.com/office/drawing/2014/main" id="{E20E10E7-9FAC-11A8-F73C-70D2A351A380}"/>
                </a:ext>
              </a:extLst>
            </p:cNvPr>
            <p:cNvSpPr/>
            <p:nvPr/>
          </p:nvSpPr>
          <p:spPr>
            <a:xfrm>
              <a:off x="878403" y="3774702"/>
              <a:ext cx="123036" cy="86274"/>
            </a:xfrm>
            <a:custGeom>
              <a:avLst/>
              <a:gdLst/>
              <a:ahLst/>
              <a:cxnLst/>
              <a:rect l="l" t="t" r="r" b="b"/>
              <a:pathLst>
                <a:path w="6138" h="4304" extrusionOk="0">
                  <a:moveTo>
                    <a:pt x="0" y="0"/>
                  </a:moveTo>
                  <a:lnTo>
                    <a:pt x="0" y="0"/>
                  </a:lnTo>
                  <a:cubicBezTo>
                    <a:pt x="234" y="267"/>
                    <a:pt x="534" y="501"/>
                    <a:pt x="834" y="734"/>
                  </a:cubicBezTo>
                  <a:cubicBezTo>
                    <a:pt x="1368" y="1134"/>
                    <a:pt x="2102" y="1701"/>
                    <a:pt x="2969" y="2302"/>
                  </a:cubicBezTo>
                  <a:cubicBezTo>
                    <a:pt x="3803" y="2936"/>
                    <a:pt x="4570" y="3436"/>
                    <a:pt x="5170" y="3803"/>
                  </a:cubicBezTo>
                  <a:cubicBezTo>
                    <a:pt x="5471" y="4003"/>
                    <a:pt x="5804" y="4170"/>
                    <a:pt x="6138" y="4303"/>
                  </a:cubicBezTo>
                  <a:cubicBezTo>
                    <a:pt x="5871" y="4070"/>
                    <a:pt x="5571" y="3836"/>
                    <a:pt x="5237" y="3670"/>
                  </a:cubicBezTo>
                  <a:cubicBezTo>
                    <a:pt x="4637" y="3203"/>
                    <a:pt x="3903" y="2702"/>
                    <a:pt x="3102" y="2135"/>
                  </a:cubicBezTo>
                  <a:lnTo>
                    <a:pt x="934" y="601"/>
                  </a:lnTo>
                  <a:cubicBezTo>
                    <a:pt x="634" y="367"/>
                    <a:pt x="334" y="167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26018628"/>
      </p:ext>
    </p:extLst>
  </p:cSld>
  <p:clrMapOvr>
    <a:masterClrMapping/>
  </p:clrMapOvr>
</p:sld>
</file>

<file path=ppt/theme/theme1.xml><?xml version="1.0" encoding="utf-8"?>
<a:theme xmlns:a="http://schemas.openxmlformats.org/drawingml/2006/main" name="Retato Slideshow by Slidesgo">
  <a:themeElements>
    <a:clrScheme name="Simple Light">
      <a:dk1>
        <a:srgbClr val="263238"/>
      </a:dk1>
      <a:lt1>
        <a:srgbClr val="FFFFFF"/>
      </a:lt1>
      <a:dk2>
        <a:srgbClr val="263238"/>
      </a:dk2>
      <a:lt2>
        <a:srgbClr val="EEEEEE"/>
      </a:lt2>
      <a:accent1>
        <a:srgbClr val="F5F5F5"/>
      </a:accent1>
      <a:accent2>
        <a:srgbClr val="407BFF"/>
      </a:accent2>
      <a:accent3>
        <a:srgbClr val="305DBF"/>
      </a:accent3>
      <a:accent4>
        <a:srgbClr val="455A64"/>
      </a:accent4>
      <a:accent5>
        <a:srgbClr val="E0E0E0"/>
      </a:accent5>
      <a:accent6>
        <a:srgbClr val="203E80"/>
      </a:accent6>
      <a:hlink>
        <a:srgbClr val="2632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598</TotalTime>
  <Words>664</Words>
  <Application>Microsoft Office PowerPoint</Application>
  <PresentationFormat>Presentación en pantalla (16:9)</PresentationFormat>
  <Paragraphs>153</Paragraphs>
  <Slides>21</Slides>
  <Notes>21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5" baseType="lpstr">
      <vt:lpstr>Fredoka One</vt:lpstr>
      <vt:lpstr>Arial</vt:lpstr>
      <vt:lpstr>Raleway</vt:lpstr>
      <vt:lpstr>Retato Slideshow by Slidesgo</vt:lpstr>
      <vt:lpstr>Administración de redes y análisis forense</vt:lpstr>
      <vt:lpstr>Objetivo y monitorizacion</vt:lpstr>
      <vt:lpstr>Herramientas de monitorizacion y Forense</vt:lpstr>
      <vt:lpstr>Monitorizacion</vt:lpstr>
      <vt:lpstr>Peritaje y Analisis forense</vt:lpstr>
      <vt:lpstr>Estructura de la red</vt:lpstr>
      <vt:lpstr>Backups</vt:lpstr>
      <vt:lpstr>Monitorizaciones y su funcionamiento</vt:lpstr>
      <vt:lpstr>Monitorizacion ElasticSearch</vt:lpstr>
      <vt:lpstr>Monitorizacion Grafana + Prometheus</vt:lpstr>
      <vt:lpstr>Alertas y su funcionamiento</vt:lpstr>
      <vt:lpstr>Alertas Prometheus</vt:lpstr>
      <vt:lpstr>Alertas Suricata</vt:lpstr>
      <vt:lpstr>Alertas Auditd</vt:lpstr>
      <vt:lpstr>Herramientas forenses y funcionamiento</vt:lpstr>
      <vt:lpstr>Winpmem + Volatility</vt:lpstr>
      <vt:lpstr>Autopsy + FTK Imager</vt:lpstr>
      <vt:lpstr>Distribucion de pantallas</vt:lpstr>
      <vt:lpstr>Otros servicios no mencionados</vt:lpstr>
      <vt:lpstr>Conclusiones</vt:lpstr>
      <vt:lpstr>Gracias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Javier Varela Lopez</dc:creator>
  <cp:lastModifiedBy>Bustio Martínez Lázaro</cp:lastModifiedBy>
  <cp:revision>56</cp:revision>
  <dcterms:modified xsi:type="dcterms:W3CDTF">2026-05-18T16:25:52Z</dcterms:modified>
</cp:coreProperties>
</file>